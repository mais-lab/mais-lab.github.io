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0" r:id="rId3"/>
    <p:sldId id="256" r:id="rId4"/>
    <p:sldId id="258" r:id="rId5"/>
    <p:sldId id="261" r:id="rId6"/>
    <p:sldId id="259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677248-C340-4E8A-2F90-02385197BE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074E7AB-B64D-AACA-2488-10804379E5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AEFF76-A776-7563-E755-C64724BD1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7238B-FDCA-413C-A75C-287F98EDF19C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0B8E857-30C6-2A71-2558-84962305F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8575803-7A0A-2C6A-9852-17915FEAB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3798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351750-80F1-A5E2-5635-6F6967795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22795A-81E7-B321-82FB-210EA75BE2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95DC8F3-E0C3-CD90-4E98-19D55898C4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7238B-FDCA-413C-A75C-287F98EDF19C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703852C-4643-40DF-11CE-836E1C8DF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1869BA-FD6F-E2C2-902B-10EC95848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15644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32F1E1-7C9E-BA6D-DA01-E61AFB348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296C4A7-051E-57A0-994B-7A521A15DB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EB96F9-EFA2-73C2-943B-FF590074D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7238B-FDCA-413C-A75C-287F98EDF19C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0C7FB2F-77D1-99EF-6846-6F146EF6C0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D3F2264-B4B6-00BF-CE3E-1C561CA34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86240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28446E-E25E-AC55-40BC-A9C469187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5BFE55F-9344-E5FA-F6A5-189D57C3DB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3C569EB-FD16-122B-A901-86B69FDB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2BBF5C-188B-EAF6-D4A2-2D4101EA3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7238B-FDCA-413C-A75C-287F98EDF19C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0147832-3726-6CC1-6450-8E5B807F6A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FEDDE52-0F99-D8D3-1A43-DD0A0350D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3064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79CFE1-5D06-0413-7D71-C1EEB6250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19F3069-0C64-C272-62EE-029FE9A0A1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32A126C-739B-5D10-74D9-D89D06C1F7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A36BCED-AD7E-6AED-7683-7E67981059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D9E6397-677C-0402-3103-BCF19B7F96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01DC59D-1EA7-55FA-1375-5A9E416513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7238B-FDCA-413C-A75C-287F98EDF19C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FBDA16E-D8E2-BD40-AA3F-8689C8267B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5534A76-40A2-5286-FF60-F3EBC8304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3322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7123F8-8B83-FD2F-BE6C-77F3291D6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A488742-27FE-6B1D-AD67-65E4A09711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7238B-FDCA-413C-A75C-287F98EDF19C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CBE613A-1125-2857-6072-FBA255788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163A26E-3DA3-AC2A-DBAD-1C28F93F7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36104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449E74F-296A-0126-46BD-32F0DA38D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7238B-FDCA-413C-A75C-287F98EDF19C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E9828D3-D550-C676-E057-ABD4E6534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4E9AC5-A72E-098C-EADE-4B9AD5951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73946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6AA914-2E43-F897-6C87-37DC4A3410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ABBD6F1-C54A-9A03-ECFD-0AE0516AE4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4F1360A-DA5C-8464-F940-8E28D098D7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8C9D6C-280E-B025-8A89-139F2A74D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7238B-FDCA-413C-A75C-287F98EDF19C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13C0EE5-4676-D455-6D8D-6D2B4C96B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64B2D45-7B3F-FF70-962B-7D997D91C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46449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DC5359-80BB-C178-2118-5B0C9510CE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ACD61CD-53C1-A1D4-A960-4034BB2252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C377C5B-FEB0-D155-54A5-E2ECFDA0F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6CB8E6-A9FA-E33D-DA0B-2C60BCB373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7238B-FDCA-413C-A75C-287F98EDF19C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207F4B6-6201-C738-5A56-6C34951A3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1E7AB28-B6ED-5A16-BED6-F3E866646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85195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1FD97A-B3DA-2CC1-4093-10D15B736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B461A3E-7676-7990-9911-E7F30C6D56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21016F-3246-06CF-493B-FBAB8C970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7238B-FDCA-413C-A75C-287F98EDF19C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C96AD2-E167-9D08-1AC1-4AC979942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C2343D-87EC-B8B4-1695-87583171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15498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ED3142E-29AC-E8EE-BB5D-1EEDD2D96E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CF6C4A1-90E3-67BE-306A-D1AF421A13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A6AE4FA-ECA8-7346-5635-21B219E4D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7238B-FDCA-413C-A75C-287F98EDF19C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F674AB-483A-3126-8AEE-25EF5ED3C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AC75210-5BE5-F15B-A016-E4A39A551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4912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45F13FA-79E3-E2AA-598E-C6E5D423E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0BC3B34-377C-F613-A30A-4EE0A4902C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17B7EBC-6A8F-47CB-0489-D3336FE0A8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47238B-FDCA-413C-A75C-287F98EDF19C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47F298-710E-90C5-15F9-6B412EE3F3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92E89F7-F1E4-6234-3473-911BF6425A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6746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9ED137-63ED-AFB0-53D9-621B96C5D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E0E53C54-72FD-220D-C841-951E67E7C900}"/>
              </a:ext>
            </a:extLst>
          </p:cNvPr>
          <p:cNvSpPr/>
          <p:nvPr/>
        </p:nvSpPr>
        <p:spPr>
          <a:xfrm>
            <a:off x="2349226" y="1321439"/>
            <a:ext cx="7493548" cy="4215121"/>
          </a:xfrm>
          <a:prstGeom prst="rect">
            <a:avLst/>
          </a:prstGeom>
          <a:solidFill>
            <a:schemeClr val="bg1"/>
          </a:solidFill>
          <a:ln w="5715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DB1D5E3-492B-CA44-ACE3-B85A712D4A3F}"/>
              </a:ext>
            </a:extLst>
          </p:cNvPr>
          <p:cNvSpPr txBox="1"/>
          <p:nvPr/>
        </p:nvSpPr>
        <p:spPr>
          <a:xfrm>
            <a:off x="152400" y="240944"/>
            <a:ext cx="37930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2025-mobicom-vega.png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7D9F172-713C-8593-8C23-9CF69B3603CB}"/>
              </a:ext>
            </a:extLst>
          </p:cNvPr>
          <p:cNvGrpSpPr/>
          <p:nvPr/>
        </p:nvGrpSpPr>
        <p:grpSpPr>
          <a:xfrm>
            <a:off x="2494602" y="1552613"/>
            <a:ext cx="7230503" cy="3715772"/>
            <a:chOff x="2494602" y="1552613"/>
            <a:chExt cx="7230503" cy="3715772"/>
          </a:xfrm>
        </p:grpSpPr>
        <p:pic>
          <p:nvPicPr>
            <p:cNvPr id="2" name="그림 1" descr="건물, 신발류, 사람, 벽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A65CE806-4E6E-1078-C2B6-A766B4D74C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94602" y="3322574"/>
              <a:ext cx="2377440" cy="1337310"/>
            </a:xfrm>
            <a:prstGeom prst="rect">
              <a:avLst/>
            </a:prstGeom>
          </p:spPr>
        </p:pic>
        <p:pic>
          <p:nvPicPr>
            <p:cNvPr id="3" name="그림 2" descr="나무, 야외, 새, 가지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D16D13BA-63D2-4C15-EDDF-10DC60187AE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20366" y="3322572"/>
              <a:ext cx="2377440" cy="1337310"/>
            </a:xfrm>
            <a:prstGeom prst="rect">
              <a:avLst/>
            </a:prstGeom>
          </p:spPr>
        </p:pic>
        <p:pic>
          <p:nvPicPr>
            <p:cNvPr id="10" name="그림 9" descr="벽, 사람, 의류, 실내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F0C38211-9054-723C-29E3-D4989DE9173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47665" y="3322567"/>
              <a:ext cx="2377440" cy="1337310"/>
            </a:xfrm>
            <a:prstGeom prst="rect">
              <a:avLst/>
            </a:prstGeom>
          </p:spPr>
        </p:pic>
        <p:pic>
          <p:nvPicPr>
            <p:cNvPr id="26" name="그림 25" descr="실내, 벽, 사람, 집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F4D37012-6A63-EFE6-FC98-FFD52F6ACD9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5000"/>
            <a:stretch/>
          </p:blipFill>
          <p:spPr>
            <a:xfrm>
              <a:off x="2494602" y="1934458"/>
              <a:ext cx="2377440" cy="1337310"/>
            </a:xfrm>
            <a:prstGeom prst="rect">
              <a:avLst/>
            </a:prstGeom>
          </p:spPr>
        </p:pic>
        <p:pic>
          <p:nvPicPr>
            <p:cNvPr id="27" name="그림 26" descr="벽, 실내, 집, 사람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872D5EC4-6B14-DB49-3806-FB8AEBADC62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5001" b="-1"/>
            <a:stretch/>
          </p:blipFill>
          <p:spPr>
            <a:xfrm>
              <a:off x="4920366" y="1934455"/>
              <a:ext cx="2377440" cy="1337311"/>
            </a:xfrm>
            <a:prstGeom prst="rect">
              <a:avLst/>
            </a:prstGeom>
          </p:spPr>
        </p:pic>
        <p:pic>
          <p:nvPicPr>
            <p:cNvPr id="30" name="그림 29" descr="실내, 벽, 사람, 집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BB18A416-6FBA-9C34-8CF3-F444B31F8BA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4999"/>
            <a:stretch/>
          </p:blipFill>
          <p:spPr>
            <a:xfrm>
              <a:off x="7347665" y="1934450"/>
              <a:ext cx="2377440" cy="1337316"/>
            </a:xfrm>
            <a:prstGeom prst="rect">
              <a:avLst/>
            </a:prstGeom>
          </p:spPr>
        </p:pic>
        <p:pic>
          <p:nvPicPr>
            <p:cNvPr id="33" name="그림 32" descr="벽, 실내, 집, 사람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16C462E7-61E7-0783-CDCD-37F6A72587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91" t="68387" r="82124" b="12565"/>
            <a:stretch/>
          </p:blipFill>
          <p:spPr>
            <a:xfrm>
              <a:off x="4927987" y="1552613"/>
              <a:ext cx="914400" cy="914400"/>
            </a:xfrm>
            <a:custGeom>
              <a:avLst/>
              <a:gdLst>
                <a:gd name="connsiteX0" fmla="*/ 0 w 360000"/>
                <a:gd name="connsiteY0" fmla="*/ 0 h 360000"/>
                <a:gd name="connsiteX1" fmla="*/ 360000 w 360000"/>
                <a:gd name="connsiteY1" fmla="*/ 0 h 360000"/>
                <a:gd name="connsiteX2" fmla="*/ 360000 w 360000"/>
                <a:gd name="connsiteY2" fmla="*/ 360000 h 360000"/>
                <a:gd name="connsiteX3" fmla="*/ 0 w 360000"/>
                <a:gd name="connsiteY3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0000" h="360000">
                  <a:moveTo>
                    <a:pt x="0" y="0"/>
                  </a:moveTo>
                  <a:lnTo>
                    <a:pt x="360000" y="0"/>
                  </a:lnTo>
                  <a:lnTo>
                    <a:pt x="360000" y="360000"/>
                  </a:lnTo>
                  <a:lnTo>
                    <a:pt x="0" y="360000"/>
                  </a:lnTo>
                  <a:close/>
                </a:path>
              </a:pathLst>
            </a:custGeom>
            <a:ln w="19050">
              <a:solidFill>
                <a:srgbClr val="FFC000"/>
              </a:solidFill>
            </a:ln>
          </p:spPr>
        </p:pic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A3ECB8A9-FB50-4720-5163-8073C2E0FED6}"/>
                </a:ext>
              </a:extLst>
            </p:cNvPr>
            <p:cNvSpPr/>
            <p:nvPr/>
          </p:nvSpPr>
          <p:spPr>
            <a:xfrm>
              <a:off x="5049790" y="2698005"/>
              <a:ext cx="360000" cy="360000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21FDD0BF-B7CC-E476-984F-5E31E9696548}"/>
                </a:ext>
              </a:extLst>
            </p:cNvPr>
            <p:cNvSpPr/>
            <p:nvPr/>
          </p:nvSpPr>
          <p:spPr>
            <a:xfrm>
              <a:off x="2639476" y="2698005"/>
              <a:ext cx="360000" cy="360000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3273436D-3607-4343-486B-D4FBE75450CD}"/>
                </a:ext>
              </a:extLst>
            </p:cNvPr>
            <p:cNvSpPr/>
            <p:nvPr/>
          </p:nvSpPr>
          <p:spPr>
            <a:xfrm>
              <a:off x="7496252" y="2698005"/>
              <a:ext cx="360000" cy="360000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9" name="그림 38" descr="실내, 벽, 사람, 집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47102547-9F7A-50A8-CCC4-956646B55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379" t="67818" r="79335" b="13134"/>
            <a:stretch/>
          </p:blipFill>
          <p:spPr>
            <a:xfrm>
              <a:off x="2507214" y="1552613"/>
              <a:ext cx="914400" cy="914400"/>
            </a:xfrm>
            <a:custGeom>
              <a:avLst/>
              <a:gdLst>
                <a:gd name="connsiteX0" fmla="*/ 0 w 360000"/>
                <a:gd name="connsiteY0" fmla="*/ 0 h 360000"/>
                <a:gd name="connsiteX1" fmla="*/ 360000 w 360000"/>
                <a:gd name="connsiteY1" fmla="*/ 0 h 360000"/>
                <a:gd name="connsiteX2" fmla="*/ 360000 w 360000"/>
                <a:gd name="connsiteY2" fmla="*/ 360000 h 360000"/>
                <a:gd name="connsiteX3" fmla="*/ 0 w 360000"/>
                <a:gd name="connsiteY3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0000" h="360000">
                  <a:moveTo>
                    <a:pt x="0" y="0"/>
                  </a:moveTo>
                  <a:lnTo>
                    <a:pt x="360000" y="0"/>
                  </a:lnTo>
                  <a:lnTo>
                    <a:pt x="360000" y="360000"/>
                  </a:lnTo>
                  <a:lnTo>
                    <a:pt x="0" y="360000"/>
                  </a:lnTo>
                  <a:close/>
                </a:path>
              </a:pathLst>
            </a:custGeom>
            <a:ln w="19050">
              <a:solidFill>
                <a:srgbClr val="FFC000"/>
              </a:solidFill>
            </a:ln>
          </p:spPr>
        </p:pic>
        <p:cxnSp>
          <p:nvCxnSpPr>
            <p:cNvPr id="41" name="직선 화살표 연결선 40">
              <a:extLst>
                <a:ext uri="{FF2B5EF4-FFF2-40B4-BE49-F238E27FC236}">
                  <a16:creationId xmlns:a16="http://schemas.microsoft.com/office/drawing/2014/main" id="{8B87D5A7-6EEC-E5A7-8A0E-4E4CA526D299}"/>
                </a:ext>
              </a:extLst>
            </p:cNvPr>
            <p:cNvCxnSpPr>
              <a:cxnSpLocks/>
              <a:stCxn id="34" idx="0"/>
            </p:cNvCxnSpPr>
            <p:nvPr/>
          </p:nvCxnSpPr>
          <p:spPr>
            <a:xfrm flipV="1">
              <a:off x="5229790" y="2480850"/>
              <a:ext cx="0" cy="217155"/>
            </a:xfrm>
            <a:prstGeom prst="straightConnector1">
              <a:avLst/>
            </a:prstGeom>
            <a:ln>
              <a:solidFill>
                <a:srgbClr val="FFC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직선 화살표 연결선 41">
              <a:extLst>
                <a:ext uri="{FF2B5EF4-FFF2-40B4-BE49-F238E27FC236}">
                  <a16:creationId xmlns:a16="http://schemas.microsoft.com/office/drawing/2014/main" id="{CCA1C754-5B6C-3571-BEFD-FEB2F68821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35052" y="2480850"/>
              <a:ext cx="0" cy="217155"/>
            </a:xfrm>
            <a:prstGeom prst="straightConnector1">
              <a:avLst/>
            </a:prstGeom>
            <a:ln>
              <a:solidFill>
                <a:srgbClr val="FFC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46" name="그림 45" descr="실내, 벽, 사람, 집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09439AF8-828E-5D2D-FA33-CB728909045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96" t="67818" r="79818" b="13134"/>
            <a:stretch/>
          </p:blipFill>
          <p:spPr>
            <a:xfrm>
              <a:off x="7353751" y="1552613"/>
              <a:ext cx="914400" cy="914400"/>
            </a:xfrm>
            <a:custGeom>
              <a:avLst/>
              <a:gdLst>
                <a:gd name="connsiteX0" fmla="*/ 0 w 360000"/>
                <a:gd name="connsiteY0" fmla="*/ 0 h 360000"/>
                <a:gd name="connsiteX1" fmla="*/ 360000 w 360000"/>
                <a:gd name="connsiteY1" fmla="*/ 0 h 360000"/>
                <a:gd name="connsiteX2" fmla="*/ 360000 w 360000"/>
                <a:gd name="connsiteY2" fmla="*/ 360000 h 360000"/>
                <a:gd name="connsiteX3" fmla="*/ 0 w 360000"/>
                <a:gd name="connsiteY3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0000" h="360000">
                  <a:moveTo>
                    <a:pt x="0" y="0"/>
                  </a:moveTo>
                  <a:lnTo>
                    <a:pt x="360000" y="0"/>
                  </a:lnTo>
                  <a:lnTo>
                    <a:pt x="360000" y="360000"/>
                  </a:lnTo>
                  <a:lnTo>
                    <a:pt x="0" y="360000"/>
                  </a:lnTo>
                  <a:close/>
                </a:path>
              </a:pathLst>
            </a:custGeom>
            <a:ln w="19050">
              <a:solidFill>
                <a:srgbClr val="FFC000"/>
              </a:solidFill>
            </a:ln>
          </p:spPr>
        </p:pic>
        <p:cxnSp>
          <p:nvCxnSpPr>
            <p:cNvPr id="47" name="직선 화살표 연결선 46">
              <a:extLst>
                <a:ext uri="{FF2B5EF4-FFF2-40B4-BE49-F238E27FC236}">
                  <a16:creationId xmlns:a16="http://schemas.microsoft.com/office/drawing/2014/main" id="{35E9C8C1-E9BB-892B-B021-388261485E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79427" y="2480850"/>
              <a:ext cx="0" cy="217155"/>
            </a:xfrm>
            <a:prstGeom prst="straightConnector1">
              <a:avLst/>
            </a:prstGeom>
            <a:ln>
              <a:solidFill>
                <a:srgbClr val="FFC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C2DCAEC0-3F02-366C-A171-338C64C5A3E6}"/>
                </a:ext>
              </a:extLst>
            </p:cNvPr>
            <p:cNvSpPr/>
            <p:nvPr/>
          </p:nvSpPr>
          <p:spPr>
            <a:xfrm>
              <a:off x="3150651" y="3739866"/>
              <a:ext cx="360000" cy="360000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9" name="그림 48" descr="건물, 신발류, 사람, 벽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0E9B7AA2-17E9-8F0C-498F-49C07CFF3F4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034" t="29439" r="59681" b="45165"/>
            <a:stretch>
              <a:fillRect/>
            </a:stretch>
          </p:blipFill>
          <p:spPr>
            <a:xfrm>
              <a:off x="3945426" y="3802090"/>
              <a:ext cx="914400" cy="914400"/>
            </a:xfrm>
            <a:custGeom>
              <a:avLst/>
              <a:gdLst>
                <a:gd name="connsiteX0" fmla="*/ 0 w 360000"/>
                <a:gd name="connsiteY0" fmla="*/ 0 h 360000"/>
                <a:gd name="connsiteX1" fmla="*/ 360000 w 360000"/>
                <a:gd name="connsiteY1" fmla="*/ 0 h 360000"/>
                <a:gd name="connsiteX2" fmla="*/ 360000 w 360000"/>
                <a:gd name="connsiteY2" fmla="*/ 360000 h 360000"/>
                <a:gd name="connsiteX3" fmla="*/ 0 w 360000"/>
                <a:gd name="connsiteY3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0000" h="360000">
                  <a:moveTo>
                    <a:pt x="0" y="0"/>
                  </a:moveTo>
                  <a:lnTo>
                    <a:pt x="360000" y="0"/>
                  </a:lnTo>
                  <a:lnTo>
                    <a:pt x="360000" y="360000"/>
                  </a:lnTo>
                  <a:lnTo>
                    <a:pt x="0" y="360000"/>
                  </a:lnTo>
                  <a:close/>
                </a:path>
              </a:pathLst>
            </a:custGeom>
            <a:ln w="19050">
              <a:solidFill>
                <a:srgbClr val="FFC000"/>
              </a:solidFill>
            </a:ln>
          </p:spPr>
        </p:pic>
        <p:cxnSp>
          <p:nvCxnSpPr>
            <p:cNvPr id="52" name="직선 화살표 연결선 51">
              <a:extLst>
                <a:ext uri="{FF2B5EF4-FFF2-40B4-BE49-F238E27FC236}">
                  <a16:creationId xmlns:a16="http://schemas.microsoft.com/office/drawing/2014/main" id="{D20104B8-7119-32D8-334F-C159301D6B63}"/>
                </a:ext>
              </a:extLst>
            </p:cNvPr>
            <p:cNvCxnSpPr>
              <a:cxnSpLocks/>
            </p:cNvCxnSpPr>
            <p:nvPr/>
          </p:nvCxnSpPr>
          <p:spPr>
            <a:xfrm>
              <a:off x="3510651" y="3919866"/>
              <a:ext cx="422559" cy="390568"/>
            </a:xfrm>
            <a:prstGeom prst="straightConnector1">
              <a:avLst/>
            </a:prstGeom>
            <a:ln w="19050">
              <a:solidFill>
                <a:srgbClr val="FFC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6DBD7F88-88C1-2E47-C6A8-9EDD5BB18CAE}"/>
                </a:ext>
              </a:extLst>
            </p:cNvPr>
            <p:cNvSpPr/>
            <p:nvPr/>
          </p:nvSpPr>
          <p:spPr>
            <a:xfrm>
              <a:off x="8010474" y="3745477"/>
              <a:ext cx="360000" cy="360000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8" name="그림 57" descr="벽, 사람, 의류, 실내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9A5643F2-E68C-28A1-DEF4-25A3F39216B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8004" t="29835" r="57710" b="44768"/>
            <a:stretch>
              <a:fillRect/>
            </a:stretch>
          </p:blipFill>
          <p:spPr>
            <a:xfrm>
              <a:off x="8800980" y="3781760"/>
              <a:ext cx="914400" cy="914400"/>
            </a:xfrm>
            <a:custGeom>
              <a:avLst/>
              <a:gdLst>
                <a:gd name="connsiteX0" fmla="*/ 0 w 360000"/>
                <a:gd name="connsiteY0" fmla="*/ 0 h 360000"/>
                <a:gd name="connsiteX1" fmla="*/ 360000 w 360000"/>
                <a:gd name="connsiteY1" fmla="*/ 0 h 360000"/>
                <a:gd name="connsiteX2" fmla="*/ 360000 w 360000"/>
                <a:gd name="connsiteY2" fmla="*/ 360000 h 360000"/>
                <a:gd name="connsiteX3" fmla="*/ 0 w 360000"/>
                <a:gd name="connsiteY3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0000" h="360000">
                  <a:moveTo>
                    <a:pt x="0" y="0"/>
                  </a:moveTo>
                  <a:lnTo>
                    <a:pt x="360000" y="0"/>
                  </a:lnTo>
                  <a:lnTo>
                    <a:pt x="360000" y="360000"/>
                  </a:lnTo>
                  <a:lnTo>
                    <a:pt x="0" y="360000"/>
                  </a:lnTo>
                  <a:close/>
                </a:path>
              </a:pathLst>
            </a:custGeom>
            <a:ln w="19050">
              <a:solidFill>
                <a:srgbClr val="FFC000"/>
              </a:solidFill>
            </a:ln>
          </p:spPr>
        </p:pic>
        <p:cxnSp>
          <p:nvCxnSpPr>
            <p:cNvPr id="59" name="직선 화살표 연결선 58">
              <a:extLst>
                <a:ext uri="{FF2B5EF4-FFF2-40B4-BE49-F238E27FC236}">
                  <a16:creationId xmlns:a16="http://schemas.microsoft.com/office/drawing/2014/main" id="{781E96B6-13CB-39FF-FD22-74936660FBB0}"/>
                </a:ext>
              </a:extLst>
            </p:cNvPr>
            <p:cNvCxnSpPr>
              <a:cxnSpLocks/>
              <a:stCxn id="56" idx="3"/>
            </p:cNvCxnSpPr>
            <p:nvPr/>
          </p:nvCxnSpPr>
          <p:spPr>
            <a:xfrm>
              <a:off x="8370474" y="3925477"/>
              <a:ext cx="400239" cy="393377"/>
            </a:xfrm>
            <a:prstGeom prst="straightConnector1">
              <a:avLst/>
            </a:prstGeom>
            <a:ln>
              <a:solidFill>
                <a:srgbClr val="FFC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DEECB8C6-E58F-6E2D-1538-4414C66D6504}"/>
                </a:ext>
              </a:extLst>
            </p:cNvPr>
            <p:cNvSpPr/>
            <p:nvPr/>
          </p:nvSpPr>
          <p:spPr>
            <a:xfrm>
              <a:off x="2551561" y="4768421"/>
              <a:ext cx="2263521" cy="499964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r>
                <a:rPr lang="en-US" altLang="ko-KR" sz="2800" dirty="0">
                  <a:solidFill>
                    <a:schemeClr val="bg1"/>
                  </a:solidFill>
                  <a:latin typeface="Arial" panose="020B0604020202020204" pitchFamily="34" charset="0"/>
                  <a:ea typeface="Pretendard Medium" panose="02000603000000020004" pitchFamily="50" charset="-127"/>
                  <a:cs typeface="Arial" panose="020B0604020202020204" pitchFamily="34" charset="0"/>
                </a:rPr>
                <a:t>STG</a:t>
              </a:r>
              <a:endParaRPr lang="ko-KR" altLang="en-US" sz="2800" dirty="0">
                <a:solidFill>
                  <a:schemeClr val="bg1"/>
                </a:solidFill>
                <a:latin typeface="Arial" panose="020B0604020202020204" pitchFamily="34" charset="0"/>
                <a:ea typeface="Pretendard Medium" panose="02000603000000020004" pitchFamily="50" charset="-127"/>
                <a:cs typeface="Arial" panose="020B0604020202020204" pitchFamily="34" charset="0"/>
              </a:endParaRPr>
            </a:p>
          </p:txBody>
        </p: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A30177BB-EB85-87B7-57FB-F46FE0D3D4F8}"/>
                </a:ext>
              </a:extLst>
            </p:cNvPr>
            <p:cNvSpPr/>
            <p:nvPr/>
          </p:nvSpPr>
          <p:spPr>
            <a:xfrm>
              <a:off x="5049790" y="4768421"/>
              <a:ext cx="2263521" cy="499964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r>
                <a:rPr lang="en-US" altLang="ko-KR" sz="2800" dirty="0">
                  <a:solidFill>
                    <a:schemeClr val="bg1"/>
                  </a:solidFill>
                  <a:latin typeface="Arial" panose="020B0604020202020204" pitchFamily="34" charset="0"/>
                  <a:ea typeface="Pretendard Medium" panose="02000603000000020004" pitchFamily="50" charset="-127"/>
                  <a:cs typeface="Arial" panose="020B0604020202020204" pitchFamily="34" charset="0"/>
                </a:rPr>
                <a:t>V</a:t>
              </a:r>
              <a:r>
                <a:rPr lang="en-US" altLang="ko-KR" sz="2800" baseline="30000" dirty="0">
                  <a:solidFill>
                    <a:schemeClr val="bg1"/>
                  </a:solidFill>
                  <a:latin typeface="Arial" panose="020B0604020202020204" pitchFamily="34" charset="0"/>
                  <a:ea typeface="Pretendard Medium" panose="02000603000000020004" pitchFamily="50" charset="-127"/>
                  <a:cs typeface="Arial" panose="020B0604020202020204" pitchFamily="34" charset="0"/>
                </a:rPr>
                <a:t>3</a:t>
              </a:r>
            </a:p>
          </p:txBody>
        </p:sp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41A33A33-C03B-DD96-911F-04B873DC3DF9}"/>
                </a:ext>
              </a:extLst>
            </p:cNvPr>
            <p:cNvSpPr/>
            <p:nvPr/>
          </p:nvSpPr>
          <p:spPr>
            <a:xfrm>
              <a:off x="7438832" y="4768421"/>
              <a:ext cx="2263521" cy="499964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r>
                <a:rPr lang="en-US" altLang="ko-KR" sz="2800" dirty="0">
                  <a:solidFill>
                    <a:schemeClr val="bg1"/>
                  </a:solidFill>
                  <a:latin typeface="Arial" panose="020B0604020202020204" pitchFamily="34" charset="0"/>
                  <a:ea typeface="Pretendard Medium" panose="02000603000000020004" pitchFamily="50" charset="-127"/>
                  <a:cs typeface="Arial" panose="020B0604020202020204" pitchFamily="34" charset="0"/>
                </a:rPr>
                <a:t>Vega</a:t>
              </a:r>
              <a:endParaRPr lang="en-US" altLang="ko-KR" sz="2800" baseline="30000" dirty="0">
                <a:solidFill>
                  <a:schemeClr val="bg1"/>
                </a:solidFill>
                <a:latin typeface="Arial" panose="020B0604020202020204" pitchFamily="34" charset="0"/>
                <a:ea typeface="Pretendard Medium" panose="02000603000000020004" pitchFamily="50" charset="-127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565804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6F404-D89A-8A8E-7E12-E71AA7E89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8CE6E173-7573-7A9D-D52B-70D06CD25BDD}"/>
              </a:ext>
            </a:extLst>
          </p:cNvPr>
          <p:cNvSpPr txBox="1"/>
          <p:nvPr/>
        </p:nvSpPr>
        <p:spPr>
          <a:xfrm>
            <a:off x="152400" y="240944"/>
            <a:ext cx="36215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2025-mobicom-eos.png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192EFDD-D9B2-A014-137C-16140F27C3DE}"/>
              </a:ext>
            </a:extLst>
          </p:cNvPr>
          <p:cNvSpPr/>
          <p:nvPr/>
        </p:nvSpPr>
        <p:spPr>
          <a:xfrm>
            <a:off x="2349226" y="1321439"/>
            <a:ext cx="7493548" cy="4215121"/>
          </a:xfrm>
          <a:prstGeom prst="rect">
            <a:avLst/>
          </a:prstGeom>
          <a:solidFill>
            <a:schemeClr val="bg1"/>
          </a:solidFill>
          <a:ln w="5715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157844C7-BD4B-8B9C-8F11-F19E6EDB497B}"/>
              </a:ext>
            </a:extLst>
          </p:cNvPr>
          <p:cNvGrpSpPr/>
          <p:nvPr/>
        </p:nvGrpSpPr>
        <p:grpSpPr>
          <a:xfrm>
            <a:off x="2622557" y="1424106"/>
            <a:ext cx="6898490" cy="3957578"/>
            <a:chOff x="2622557" y="1424106"/>
            <a:chExt cx="6898490" cy="3957578"/>
          </a:xfrm>
        </p:grpSpPr>
        <p:pic>
          <p:nvPicPr>
            <p:cNvPr id="8" name="Picture 20">
              <a:extLst>
                <a:ext uri="{FF2B5EF4-FFF2-40B4-BE49-F238E27FC236}">
                  <a16:creationId xmlns:a16="http://schemas.microsoft.com/office/drawing/2014/main" id="{6262F205-BD0E-2E94-197E-0559ACED77B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773991" y="3227073"/>
              <a:ext cx="3182741" cy="1712971"/>
            </a:xfrm>
            <a:prstGeom prst="rect">
              <a:avLst/>
            </a:prstGeom>
          </p:spPr>
        </p:pic>
        <p:pic>
          <p:nvPicPr>
            <p:cNvPr id="11" name="Picture 22">
              <a:extLst>
                <a:ext uri="{FF2B5EF4-FFF2-40B4-BE49-F238E27FC236}">
                  <a16:creationId xmlns:a16="http://schemas.microsoft.com/office/drawing/2014/main" id="{916CF37D-3FE3-F0F3-9BDE-690BFBEB12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76456" y="3216724"/>
              <a:ext cx="3244591" cy="1720460"/>
            </a:xfrm>
            <a:prstGeom prst="rect">
              <a:avLst/>
            </a:prstGeom>
          </p:spPr>
        </p:pic>
        <p:sp>
          <p:nvSpPr>
            <p:cNvPr id="13" name="Arrow: Down 25">
              <a:extLst>
                <a:ext uri="{FF2B5EF4-FFF2-40B4-BE49-F238E27FC236}">
                  <a16:creationId xmlns:a16="http://schemas.microsoft.com/office/drawing/2014/main" id="{46E6327C-1FAB-0F33-4534-1E6C30BCCBD9}"/>
                </a:ext>
              </a:extLst>
            </p:cNvPr>
            <p:cNvSpPr/>
            <p:nvPr/>
          </p:nvSpPr>
          <p:spPr>
            <a:xfrm>
              <a:off x="5667690" y="3960383"/>
              <a:ext cx="151996" cy="207743"/>
            </a:xfrm>
            <a:prstGeom prst="downArrow">
              <a:avLst/>
            </a:prstGeom>
            <a:solidFill>
              <a:srgbClr val="FFFFFF">
                <a:alpha val="60000"/>
              </a:srgbClr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Arrow: Down 26">
              <a:extLst>
                <a:ext uri="{FF2B5EF4-FFF2-40B4-BE49-F238E27FC236}">
                  <a16:creationId xmlns:a16="http://schemas.microsoft.com/office/drawing/2014/main" id="{03C8002E-604E-FCB9-A1A7-55E3BA0C504E}"/>
                </a:ext>
              </a:extLst>
            </p:cNvPr>
            <p:cNvSpPr/>
            <p:nvPr/>
          </p:nvSpPr>
          <p:spPr>
            <a:xfrm>
              <a:off x="9173359" y="3867084"/>
              <a:ext cx="137329" cy="137903"/>
            </a:xfrm>
            <a:prstGeom prst="downArrow">
              <a:avLst/>
            </a:prstGeom>
            <a:solidFill>
              <a:srgbClr val="FFFFFF">
                <a:alpha val="60000"/>
              </a:srgbClr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683F427-17EC-E072-C254-8794B00383DD}"/>
                </a:ext>
              </a:extLst>
            </p:cNvPr>
            <p:cNvSpPr txBox="1"/>
            <p:nvPr/>
          </p:nvSpPr>
          <p:spPr>
            <a:xfrm>
              <a:off x="3226346" y="4924484"/>
              <a:ext cx="2730386" cy="457200"/>
            </a:xfrm>
            <a:prstGeom prst="rect">
              <a:avLst/>
            </a:prstGeom>
            <a:solidFill>
              <a:srgbClr val="C00000"/>
            </a:solidFill>
          </p:spPr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bg1"/>
                  </a:solidFill>
                  <a:latin typeface="Arial" panose="020B0604020202020204" pitchFamily="34" charset="0"/>
                  <a:ea typeface="+mj-ea"/>
                  <a:cs typeface="Arial" panose="020B0604020202020204" pitchFamily="34" charset="0"/>
                </a:rPr>
                <a:t>50% </a:t>
              </a:r>
              <a:r>
                <a:rPr lang="ko-KR" altLang="ko-KR" sz="24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↓</a:t>
              </a:r>
              <a:r>
                <a:rPr lang="en-US" altLang="ko-KR" sz="24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400" dirty="0">
                  <a:solidFill>
                    <a:schemeClr val="bg1"/>
                  </a:solidFill>
                  <a:latin typeface="Arial" panose="020B0604020202020204" pitchFamily="34" charset="0"/>
                  <a:ea typeface="+mj-ea"/>
                  <a:cs typeface="Arial" panose="020B0604020202020204" pitchFamily="34" charset="0"/>
                </a:rPr>
                <a:t>(Power)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5B95077-E5EC-101E-B51E-1B191F76FF7A}"/>
                </a:ext>
              </a:extLst>
            </p:cNvPr>
            <p:cNvSpPr txBox="1"/>
            <p:nvPr/>
          </p:nvSpPr>
          <p:spPr>
            <a:xfrm>
              <a:off x="6863079" y="4924484"/>
              <a:ext cx="2657967" cy="457200"/>
            </a:xfrm>
            <a:prstGeom prst="rect">
              <a:avLst/>
            </a:prstGeom>
            <a:solidFill>
              <a:srgbClr val="C00000"/>
            </a:solidFill>
          </p:spPr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bg1"/>
                  </a:solidFill>
                  <a:latin typeface="Arial" panose="020B0604020202020204" pitchFamily="34" charset="0"/>
                  <a:ea typeface="+mj-ea"/>
                  <a:cs typeface="Arial" panose="020B0604020202020204" pitchFamily="34" charset="0"/>
                </a:rPr>
                <a:t>25°C </a:t>
              </a:r>
              <a:r>
                <a:rPr lang="ko-KR" altLang="ko-KR" sz="24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↓</a:t>
              </a:r>
              <a:r>
                <a:rPr lang="en-US" sz="2400" dirty="0">
                  <a:solidFill>
                    <a:schemeClr val="bg1"/>
                  </a:solidFill>
                  <a:latin typeface="Arial" panose="020B0604020202020204" pitchFamily="34" charset="0"/>
                  <a:ea typeface="+mj-ea"/>
                  <a:cs typeface="Arial" panose="020B0604020202020204" pitchFamily="34" charset="0"/>
                </a:rPr>
                <a:t>(GPU)</a:t>
              </a:r>
            </a:p>
          </p:txBody>
        </p:sp>
        <p:pic>
          <p:nvPicPr>
            <p:cNvPr id="26" name="Picture 18">
              <a:extLst>
                <a:ext uri="{FF2B5EF4-FFF2-40B4-BE49-F238E27FC236}">
                  <a16:creationId xmlns:a16="http://schemas.microsoft.com/office/drawing/2014/main" id="{E9697A7A-785F-781F-7C32-819075BC5E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622557" y="1424106"/>
              <a:ext cx="3334175" cy="1712971"/>
            </a:xfrm>
            <a:prstGeom prst="rect">
              <a:avLst/>
            </a:prstGeom>
          </p:spPr>
        </p:pic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ECEBD00-E281-C1BD-A43F-23549E61BAC6}"/>
                </a:ext>
              </a:extLst>
            </p:cNvPr>
            <p:cNvSpPr txBox="1"/>
            <p:nvPr/>
          </p:nvSpPr>
          <p:spPr>
            <a:xfrm>
              <a:off x="6790660" y="1843702"/>
              <a:ext cx="2730386" cy="738664"/>
            </a:xfrm>
            <a:prstGeom prst="rect">
              <a:avLst/>
            </a:prstGeom>
            <a:solidFill>
              <a:srgbClr val="002060"/>
            </a:solidFill>
          </p:spPr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bg1"/>
                  </a:solidFill>
                  <a:latin typeface="Arial" panose="020B0604020202020204" pitchFamily="34" charset="0"/>
                  <a:ea typeface="+mj-ea"/>
                  <a:cs typeface="Arial" panose="020B0604020202020204" pitchFamily="34" charset="0"/>
                </a:rPr>
                <a:t>Similar VMAF</a:t>
              </a:r>
            </a:p>
            <a:p>
              <a:pPr algn="ctr"/>
              <a:r>
                <a:rPr lang="en-US" sz="2400" dirty="0">
                  <a:solidFill>
                    <a:schemeClr val="bg1"/>
                  </a:solidFill>
                  <a:latin typeface="Arial" panose="020B0604020202020204" pitchFamily="34" charset="0"/>
                  <a:ea typeface="+mj-ea"/>
                  <a:cs typeface="Arial" panose="020B0604020202020204" pitchFamily="34" charset="0"/>
                </a:rPr>
                <a:t>(Video Quality)</a:t>
              </a:r>
            </a:p>
          </p:txBody>
        </p:sp>
        <p:sp>
          <p:nvSpPr>
            <p:cNvPr id="31" name="화살표: 오른쪽 30">
              <a:extLst>
                <a:ext uri="{FF2B5EF4-FFF2-40B4-BE49-F238E27FC236}">
                  <a16:creationId xmlns:a16="http://schemas.microsoft.com/office/drawing/2014/main" id="{EE3E5E71-C467-8707-6E88-7C9E84FF0CDC}"/>
                </a:ext>
              </a:extLst>
            </p:cNvPr>
            <p:cNvSpPr/>
            <p:nvPr/>
          </p:nvSpPr>
          <p:spPr>
            <a:xfrm>
              <a:off x="5921374" y="2052696"/>
              <a:ext cx="869285" cy="320675"/>
            </a:xfrm>
            <a:prstGeom prst="rightArrow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6051148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9C2935A2-390D-C2C5-B302-B15FF2CBBC70}"/>
              </a:ext>
            </a:extLst>
          </p:cNvPr>
          <p:cNvSpPr/>
          <p:nvPr/>
        </p:nvSpPr>
        <p:spPr>
          <a:xfrm>
            <a:off x="2349226" y="1321439"/>
            <a:ext cx="7493548" cy="4215121"/>
          </a:xfrm>
          <a:prstGeom prst="rect">
            <a:avLst/>
          </a:prstGeom>
          <a:solidFill>
            <a:schemeClr val="bg1"/>
          </a:solidFill>
          <a:ln w="5715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E6791764-59EC-77F4-711A-7BFAC2FB5FE8}"/>
              </a:ext>
            </a:extLst>
          </p:cNvPr>
          <p:cNvGrpSpPr/>
          <p:nvPr/>
        </p:nvGrpSpPr>
        <p:grpSpPr>
          <a:xfrm>
            <a:off x="2597181" y="1712867"/>
            <a:ext cx="6997638" cy="3432263"/>
            <a:chOff x="2621120" y="1905695"/>
            <a:chExt cx="6997638" cy="3432263"/>
          </a:xfrm>
        </p:grpSpPr>
        <p:pic>
          <p:nvPicPr>
            <p:cNvPr id="4" name="그림 3" descr="야외, 의류, 신발류, 사람이(가) 표시된 사진&#10;&#10;자동 생성된 설명">
              <a:extLst>
                <a:ext uri="{FF2B5EF4-FFF2-40B4-BE49-F238E27FC236}">
                  <a16:creationId xmlns:a16="http://schemas.microsoft.com/office/drawing/2014/main" id="{50390B67-13C8-E0C6-195A-F3DDE9D4DA1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25013" y="1905696"/>
              <a:ext cx="2254678" cy="1373445"/>
            </a:xfrm>
            <a:prstGeom prst="rect">
              <a:avLst/>
            </a:prstGeom>
          </p:spPr>
        </p:pic>
        <p:pic>
          <p:nvPicPr>
            <p:cNvPr id="5" name="그림 4" descr="다채로움, 스크린샷, 블루, 보라색이(가) 표시된 사진&#10;&#10;자동 생성된 설명">
              <a:extLst>
                <a:ext uri="{FF2B5EF4-FFF2-40B4-BE49-F238E27FC236}">
                  <a16:creationId xmlns:a16="http://schemas.microsoft.com/office/drawing/2014/main" id="{454D5EF7-F52C-3C89-4EF7-E9AC32D51A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98761" y="1905696"/>
              <a:ext cx="2254678" cy="1373445"/>
            </a:xfrm>
            <a:prstGeom prst="rect">
              <a:avLst/>
            </a:prstGeom>
          </p:spPr>
        </p:pic>
        <p:pic>
          <p:nvPicPr>
            <p:cNvPr id="7" name="그림 6" descr="음악, 빛이(가) 표시된 사진&#10;&#10;중간 신뢰도로 자동 생성된 설명">
              <a:extLst>
                <a:ext uri="{FF2B5EF4-FFF2-40B4-BE49-F238E27FC236}">
                  <a16:creationId xmlns:a16="http://schemas.microsoft.com/office/drawing/2014/main" id="{F825D1A8-FC58-5B69-0807-A897A3F409D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58715" y="1905695"/>
              <a:ext cx="2255073" cy="1373445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FE2ACEBC-7719-CC4A-2397-883C4F01C87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989918" y="3391383"/>
              <a:ext cx="2263540" cy="1373445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B36C6171-4DC1-C9BE-324A-3A10935ED1D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355218" y="3391384"/>
              <a:ext cx="2263540" cy="1373445"/>
            </a:xfrm>
            <a:prstGeom prst="rect">
              <a:avLst/>
            </a:prstGeom>
          </p:spPr>
        </p:pic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120656D5-85CC-C0A1-FB81-A288DDFF22AA}"/>
                </a:ext>
              </a:extLst>
            </p:cNvPr>
            <p:cNvSpPr/>
            <p:nvPr/>
          </p:nvSpPr>
          <p:spPr>
            <a:xfrm>
              <a:off x="4989918" y="4837994"/>
              <a:ext cx="2263521" cy="499964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r>
                <a:rPr lang="en-US" altLang="ko-KR" sz="2800" dirty="0" err="1">
                  <a:solidFill>
                    <a:schemeClr val="bg1"/>
                  </a:solidFill>
                  <a:latin typeface="Arial" panose="020B0604020202020204" pitchFamily="34" charset="0"/>
                  <a:ea typeface="Pretendard Medium" panose="02000603000000020004" pitchFamily="50" charset="-127"/>
                  <a:cs typeface="Arial" panose="020B0604020202020204" pitchFamily="34" charset="0"/>
                </a:rPr>
                <a:t>MobiSR</a:t>
              </a:r>
              <a:r>
                <a:rPr lang="en-US" altLang="ko-KR" sz="2800" dirty="0">
                  <a:solidFill>
                    <a:schemeClr val="bg1"/>
                  </a:solidFill>
                  <a:latin typeface="Arial" panose="020B0604020202020204" pitchFamily="34" charset="0"/>
                  <a:ea typeface="Pretendard Medium" panose="02000603000000020004" pitchFamily="50" charset="-127"/>
                  <a:cs typeface="Arial" panose="020B0604020202020204" pitchFamily="34" charset="0"/>
                </a:rPr>
                <a:t>-Like</a:t>
              </a:r>
              <a:endParaRPr lang="ko-KR" altLang="en-US" sz="2800" dirty="0">
                <a:solidFill>
                  <a:schemeClr val="bg1"/>
                </a:solidFill>
                <a:latin typeface="Arial" panose="020B0604020202020204" pitchFamily="34" charset="0"/>
                <a:ea typeface="Pretendard Medium" panose="02000603000000020004" pitchFamily="50" charset="-127"/>
                <a:cs typeface="Arial" panose="020B0604020202020204" pitchFamily="34" charset="0"/>
              </a:endParaRP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E4A9EA38-6DDE-9E9B-3FAD-70BBE6789980}"/>
                </a:ext>
              </a:extLst>
            </p:cNvPr>
            <p:cNvSpPr/>
            <p:nvPr/>
          </p:nvSpPr>
          <p:spPr>
            <a:xfrm>
              <a:off x="7355218" y="4837994"/>
              <a:ext cx="2258570" cy="499964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r>
                <a:rPr lang="en-US" altLang="ko-KR" sz="2800" dirty="0">
                  <a:solidFill>
                    <a:schemeClr val="bg1"/>
                  </a:solidFill>
                  <a:latin typeface="Arial" panose="020B0604020202020204" pitchFamily="34" charset="0"/>
                  <a:ea typeface="Pretendard Medium" panose="02000603000000020004" pitchFamily="50" charset="-127"/>
                  <a:cs typeface="Arial" panose="020B0604020202020204" pitchFamily="34" charset="0"/>
                </a:rPr>
                <a:t>ARIA</a:t>
              </a:r>
              <a:endParaRPr lang="ko-KR" altLang="en-US" sz="2800" dirty="0">
                <a:solidFill>
                  <a:schemeClr val="bg1"/>
                </a:solidFill>
                <a:latin typeface="Arial" panose="020B0604020202020204" pitchFamily="34" charset="0"/>
                <a:ea typeface="Pretendard Medium" panose="02000603000000020004" pitchFamily="50" charset="-127"/>
                <a:cs typeface="Arial" panose="020B0604020202020204" pitchFamily="34" charset="0"/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29AFB479-0713-562C-2ECB-FECA12C7ED6E}"/>
                </a:ext>
              </a:extLst>
            </p:cNvPr>
            <p:cNvSpPr/>
            <p:nvPr/>
          </p:nvSpPr>
          <p:spPr>
            <a:xfrm>
              <a:off x="2621120" y="4837994"/>
              <a:ext cx="2263539" cy="499964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r>
                <a:rPr lang="en-US" altLang="ko-KR" sz="2800" dirty="0">
                  <a:solidFill>
                    <a:schemeClr val="accent4">
                      <a:lumMod val="10000"/>
                    </a:schemeClr>
                  </a:solidFill>
                  <a:latin typeface="Arial" panose="020B0604020202020204" pitchFamily="34" charset="0"/>
                  <a:ea typeface="Pretendard Medium" panose="02000603000000020004" pitchFamily="50" charset="-127"/>
                  <a:cs typeface="Arial" panose="020B0604020202020204" pitchFamily="34" charset="0"/>
                </a:rPr>
                <a:t>Input Image</a:t>
              </a:r>
              <a:endParaRPr lang="ko-KR" altLang="en-US" sz="2800" dirty="0">
                <a:solidFill>
                  <a:schemeClr val="accent4">
                    <a:lumMod val="10000"/>
                  </a:schemeClr>
                </a:solidFill>
                <a:latin typeface="Arial" panose="020B0604020202020204" pitchFamily="34" charset="0"/>
                <a:ea typeface="Pretendard Medium" panose="02000603000000020004" pitchFamily="50" charset="-127"/>
                <a:cs typeface="Arial" panose="020B0604020202020204" pitchFamily="34" charset="0"/>
              </a:endParaRPr>
            </a:p>
          </p:txBody>
        </p: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193F7AF0-3593-9CD0-5934-9DC216D5B726}"/>
                </a:ext>
              </a:extLst>
            </p:cNvPr>
            <p:cNvGrpSpPr/>
            <p:nvPr/>
          </p:nvGrpSpPr>
          <p:grpSpPr>
            <a:xfrm>
              <a:off x="2621121" y="3391383"/>
              <a:ext cx="2263540" cy="1373445"/>
              <a:chOff x="256749" y="3246033"/>
              <a:chExt cx="2253600" cy="1373445"/>
            </a:xfrm>
          </p:grpSpPr>
          <p:pic>
            <p:nvPicPr>
              <p:cNvPr id="18" name="그림 17">
                <a:extLst>
                  <a:ext uri="{FF2B5EF4-FFF2-40B4-BE49-F238E27FC236}">
                    <a16:creationId xmlns:a16="http://schemas.microsoft.com/office/drawing/2014/main" id="{6D179EB2-3B96-CA71-ABA8-08EA0E5E9A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56749" y="3246033"/>
                <a:ext cx="2253600" cy="1373445"/>
              </a:xfrm>
              <a:prstGeom prst="rect">
                <a:avLst/>
              </a:prstGeom>
            </p:spPr>
          </p:pic>
          <p:sp>
            <p:nvSpPr>
              <p:cNvPr id="19" name="직사각형 18">
                <a:extLst>
                  <a:ext uri="{FF2B5EF4-FFF2-40B4-BE49-F238E27FC236}">
                    <a16:creationId xmlns:a16="http://schemas.microsoft.com/office/drawing/2014/main" id="{41407D71-A930-E4D7-6FBD-7EA88D855303}"/>
                  </a:ext>
                </a:extLst>
              </p:cNvPr>
              <p:cNvSpPr/>
              <p:nvPr/>
            </p:nvSpPr>
            <p:spPr>
              <a:xfrm rot="196937">
                <a:off x="1850529" y="3662685"/>
                <a:ext cx="214784" cy="160595"/>
              </a:xfrm>
              <a:prstGeom prst="rect">
                <a:avLst/>
              </a:prstGeom>
              <a:solidFill>
                <a:srgbClr val="9199A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eaLnBrk="1" fontAlgn="auto" latinLnBrk="1" hangingPunct="1">
                  <a:spcBef>
                    <a:spcPts val="0"/>
                  </a:spcBef>
                  <a:spcAft>
                    <a:spcPts val="0"/>
                  </a:spcAft>
                </a:pPr>
                <a:endParaRPr lang="ko-KR" altLang="en-US" sz="1600" dirty="0">
                  <a:solidFill>
                    <a:srgbClr val="000000"/>
                  </a:solidFill>
                  <a:latin typeface="Arial" panose="020B0604020202020204" pitchFamily="34" charset="0"/>
                  <a:ea typeface="Pretendard Medium" panose="02000603000000020004" pitchFamily="50" charset="-127"/>
                  <a:cs typeface="Arial" panose="020B0604020202020204" pitchFamily="34" charset="0"/>
                </a:endParaRPr>
              </a:p>
            </p:txBody>
          </p:sp>
        </p:grp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A72063AB-F535-FE5D-CD0D-665CA9C5EDFA}"/>
              </a:ext>
            </a:extLst>
          </p:cNvPr>
          <p:cNvSpPr txBox="1"/>
          <p:nvPr/>
        </p:nvSpPr>
        <p:spPr>
          <a:xfrm>
            <a:off x="152400" y="240944"/>
            <a:ext cx="35205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2025-mobisys-aria.png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5526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D0B00-2868-9F08-C55D-FB3C8B9B3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3CF6370D-7092-AFE1-7EB0-DF9F02260FE4}"/>
              </a:ext>
            </a:extLst>
          </p:cNvPr>
          <p:cNvSpPr/>
          <p:nvPr/>
        </p:nvSpPr>
        <p:spPr>
          <a:xfrm>
            <a:off x="2349226" y="1321439"/>
            <a:ext cx="7493548" cy="4215121"/>
          </a:xfrm>
          <a:prstGeom prst="rect">
            <a:avLst/>
          </a:prstGeom>
          <a:solidFill>
            <a:schemeClr val="bg1"/>
          </a:solidFill>
          <a:ln w="5715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A5D6A8-8D1C-8AD4-3AD7-0A3793A16D4F}"/>
              </a:ext>
            </a:extLst>
          </p:cNvPr>
          <p:cNvSpPr txBox="1"/>
          <p:nvPr/>
        </p:nvSpPr>
        <p:spPr>
          <a:xfrm>
            <a:off x="152400" y="240944"/>
            <a:ext cx="30588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2025-tecs-dash.png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714A42BE-4888-BF8A-2510-443E898A27D0}"/>
              </a:ext>
            </a:extLst>
          </p:cNvPr>
          <p:cNvGrpSpPr/>
          <p:nvPr/>
        </p:nvGrpSpPr>
        <p:grpSpPr>
          <a:xfrm>
            <a:off x="2752068" y="1558902"/>
            <a:ext cx="6687864" cy="3740195"/>
            <a:chOff x="2849437" y="1591190"/>
            <a:chExt cx="6687864" cy="3740195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F02E1C07-4C28-B510-A6FF-D6A9CC282D0D}"/>
                </a:ext>
              </a:extLst>
            </p:cNvPr>
            <p:cNvSpPr/>
            <p:nvPr/>
          </p:nvSpPr>
          <p:spPr>
            <a:xfrm>
              <a:off x="4420653" y="4369987"/>
              <a:ext cx="3121511" cy="43814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8B61A5F-0984-BA05-01EB-5D6B92F12D98}"/>
                </a:ext>
              </a:extLst>
            </p:cNvPr>
            <p:cNvSpPr txBox="1"/>
            <p:nvPr/>
          </p:nvSpPr>
          <p:spPr>
            <a:xfrm>
              <a:off x="2939661" y="4147445"/>
              <a:ext cx="1204176" cy="8925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Device</a:t>
              </a:r>
              <a:b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State</a:t>
              </a: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61734311-5F9D-9567-BD1F-01558CD84C37}"/>
                </a:ext>
              </a:extLst>
            </p:cNvPr>
            <p:cNvSpPr/>
            <p:nvPr/>
          </p:nvSpPr>
          <p:spPr>
            <a:xfrm>
              <a:off x="4420654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1F43FBBF-AD13-DB5D-9B42-5024ED3A2EEF}"/>
                </a:ext>
              </a:extLst>
            </p:cNvPr>
            <p:cNvSpPr/>
            <p:nvPr/>
          </p:nvSpPr>
          <p:spPr>
            <a:xfrm>
              <a:off x="4722225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359C70C-A06E-01B6-59ED-AB219B851894}"/>
                </a:ext>
              </a:extLst>
            </p:cNvPr>
            <p:cNvSpPr txBox="1"/>
            <p:nvPr/>
          </p:nvSpPr>
          <p:spPr>
            <a:xfrm>
              <a:off x="2849437" y="2959273"/>
              <a:ext cx="1391727" cy="8925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Event</a:t>
              </a:r>
              <a:b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Sensing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F3A088D-AD88-51D3-B33A-A80D11A25003}"/>
                </a:ext>
              </a:extLst>
            </p:cNvPr>
            <p:cNvSpPr txBox="1"/>
            <p:nvPr/>
          </p:nvSpPr>
          <p:spPr>
            <a:xfrm>
              <a:off x="2983451" y="1835562"/>
              <a:ext cx="1112804" cy="8925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Actual</a:t>
              </a:r>
              <a:b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Event</a:t>
              </a:r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2FA46960-BA10-2CF0-0551-737943C49692}"/>
                </a:ext>
              </a:extLst>
            </p:cNvPr>
            <p:cNvSpPr/>
            <p:nvPr/>
          </p:nvSpPr>
          <p:spPr>
            <a:xfrm>
              <a:off x="4420654" y="3186477"/>
              <a:ext cx="152400" cy="438145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40A1CA85-A5B0-A097-A86B-7A416B007C57}"/>
                </a:ext>
              </a:extLst>
            </p:cNvPr>
            <p:cNvSpPr/>
            <p:nvPr/>
          </p:nvSpPr>
          <p:spPr>
            <a:xfrm>
              <a:off x="5712206" y="3186477"/>
              <a:ext cx="75600" cy="438145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2BBD3720-EAEC-BB94-17B2-BBF09848723B}"/>
                </a:ext>
              </a:extLst>
            </p:cNvPr>
            <p:cNvSpPr/>
            <p:nvPr/>
          </p:nvSpPr>
          <p:spPr>
            <a:xfrm>
              <a:off x="5331665" y="3186477"/>
              <a:ext cx="152400" cy="43814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E9FB270E-E1FE-7139-AA9B-25D6AF0E1041}"/>
                </a:ext>
              </a:extLst>
            </p:cNvPr>
            <p:cNvSpPr/>
            <p:nvPr/>
          </p:nvSpPr>
          <p:spPr>
            <a:xfrm>
              <a:off x="6557824" y="3186477"/>
              <a:ext cx="152400" cy="43814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98F113C4-6DB8-F2AB-5BC0-690DD8A78D26}"/>
                </a:ext>
              </a:extLst>
            </p:cNvPr>
            <p:cNvSpPr/>
            <p:nvPr/>
          </p:nvSpPr>
          <p:spPr>
            <a:xfrm>
              <a:off x="7160938" y="3186477"/>
              <a:ext cx="152400" cy="43814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EB300955-FF82-FD61-9B67-33AF6B87C5E7}"/>
                </a:ext>
              </a:extLst>
            </p:cNvPr>
            <p:cNvSpPr/>
            <p:nvPr/>
          </p:nvSpPr>
          <p:spPr>
            <a:xfrm>
              <a:off x="7468834" y="3186477"/>
              <a:ext cx="152400" cy="438145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EE32FF68-B63E-0298-8666-0AAF1E6C3717}"/>
                </a:ext>
              </a:extLst>
            </p:cNvPr>
            <p:cNvSpPr/>
            <p:nvPr/>
          </p:nvSpPr>
          <p:spPr>
            <a:xfrm>
              <a:off x="8442588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078CB9A8-AF4F-F6E1-FCA5-7D16B8B3A039}"/>
                </a:ext>
              </a:extLst>
            </p:cNvPr>
            <p:cNvSpPr/>
            <p:nvPr/>
          </p:nvSpPr>
          <p:spPr>
            <a:xfrm>
              <a:off x="8442588" y="3186477"/>
              <a:ext cx="152400" cy="438145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3C1977D1-EB40-FDDA-D778-DA0E16EA9D5D}"/>
                </a:ext>
              </a:extLst>
            </p:cNvPr>
            <p:cNvSpPr/>
            <p:nvPr/>
          </p:nvSpPr>
          <p:spPr>
            <a:xfrm>
              <a:off x="4389698" y="2235900"/>
              <a:ext cx="1208881" cy="243110"/>
            </a:xfrm>
            <a:prstGeom prst="rect">
              <a:avLst/>
            </a:prstGeom>
            <a:solidFill>
              <a:schemeClr val="tx2">
                <a:lumMod val="25000"/>
                <a:lumOff val="75000"/>
                <a:alpha val="64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31" name="직선 화살표 연결선 30">
              <a:extLst>
                <a:ext uri="{FF2B5EF4-FFF2-40B4-BE49-F238E27FC236}">
                  <a16:creationId xmlns:a16="http://schemas.microsoft.com/office/drawing/2014/main" id="{838FE9F3-0277-DE31-C3DE-D34B1EC55B18}"/>
                </a:ext>
              </a:extLst>
            </p:cNvPr>
            <p:cNvCxnSpPr>
              <a:cxnSpLocks/>
            </p:cNvCxnSpPr>
            <p:nvPr/>
          </p:nvCxnSpPr>
          <p:spPr>
            <a:xfrm>
              <a:off x="4389698" y="2489328"/>
              <a:ext cx="50292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B41E472B-A12F-0141-47FC-A8A027410A02}"/>
                </a:ext>
              </a:extLst>
            </p:cNvPr>
            <p:cNvSpPr/>
            <p:nvPr/>
          </p:nvSpPr>
          <p:spPr>
            <a:xfrm>
              <a:off x="5598579" y="2235900"/>
              <a:ext cx="1767342" cy="243110"/>
            </a:xfrm>
            <a:prstGeom prst="rect">
              <a:avLst/>
            </a:prstGeom>
            <a:solidFill>
              <a:schemeClr val="accent6">
                <a:lumMod val="40000"/>
                <a:lumOff val="60000"/>
                <a:alpha val="64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003B2703-C9C5-77E9-1AA0-A377B0B56D41}"/>
                </a:ext>
              </a:extLst>
            </p:cNvPr>
            <p:cNvSpPr/>
            <p:nvPr/>
          </p:nvSpPr>
          <p:spPr>
            <a:xfrm>
              <a:off x="8442588" y="2235900"/>
              <a:ext cx="153984" cy="243110"/>
            </a:xfrm>
            <a:prstGeom prst="rect">
              <a:avLst/>
            </a:prstGeom>
            <a:solidFill>
              <a:schemeClr val="accent2">
                <a:lumMod val="40000"/>
                <a:lumOff val="60000"/>
                <a:alpha val="64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34" name="그래픽 33" descr="누수 수도꼭지 단색으로 채워진">
              <a:extLst>
                <a:ext uri="{FF2B5EF4-FFF2-40B4-BE49-F238E27FC236}">
                  <a16:creationId xmlns:a16="http://schemas.microsoft.com/office/drawing/2014/main" id="{78C77442-8E79-2D5F-5664-5DA60A18E4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388110" y="1957200"/>
              <a:ext cx="305122" cy="305122"/>
            </a:xfrm>
            <a:prstGeom prst="rect">
              <a:avLst/>
            </a:prstGeom>
          </p:spPr>
        </p:pic>
        <p:pic>
          <p:nvPicPr>
            <p:cNvPr id="35" name="그래픽 34" descr="음악 단색으로 채워진">
              <a:extLst>
                <a:ext uri="{FF2B5EF4-FFF2-40B4-BE49-F238E27FC236}">
                  <a16:creationId xmlns:a16="http://schemas.microsoft.com/office/drawing/2014/main" id="{7F843DEB-B0AA-55B2-6963-447F626433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702560" y="1963001"/>
              <a:ext cx="287080" cy="287080"/>
            </a:xfrm>
            <a:prstGeom prst="rect">
              <a:avLst/>
            </a:prstGeom>
          </p:spPr>
        </p:pic>
        <p:pic>
          <p:nvPicPr>
            <p:cNvPr id="36" name="그래픽 35" descr="손뼉 치는 손 단색으로 채워진">
              <a:extLst>
                <a:ext uri="{FF2B5EF4-FFF2-40B4-BE49-F238E27FC236}">
                  <a16:creationId xmlns:a16="http://schemas.microsoft.com/office/drawing/2014/main" id="{8C6E3183-3A58-383B-7F40-EFE5F9D6B5F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375248" y="1944958"/>
              <a:ext cx="287080" cy="287080"/>
            </a:xfrm>
            <a:prstGeom prst="rect">
              <a:avLst/>
            </a:prstGeom>
          </p:spPr>
        </p:pic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77AE8BDB-D6A1-3D2B-1464-F76D9FBC7888}"/>
                </a:ext>
              </a:extLst>
            </p:cNvPr>
            <p:cNvSpPr/>
            <p:nvPr/>
          </p:nvSpPr>
          <p:spPr>
            <a:xfrm>
              <a:off x="5638719" y="3186477"/>
              <a:ext cx="75600" cy="43814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7D72244-218C-67B7-E751-62EC4BBED96E}"/>
                </a:ext>
              </a:extLst>
            </p:cNvPr>
            <p:cNvSpPr txBox="1"/>
            <p:nvPr/>
          </p:nvSpPr>
          <p:spPr>
            <a:xfrm>
              <a:off x="4391307" y="2688446"/>
              <a:ext cx="1393010" cy="40011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sz="26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Inference</a:t>
              </a:r>
            </a:p>
          </p:txBody>
        </p:sp>
        <p:cxnSp>
          <p:nvCxnSpPr>
            <p:cNvPr id="39" name="직선 화살표 연결선 38">
              <a:extLst>
                <a:ext uri="{FF2B5EF4-FFF2-40B4-BE49-F238E27FC236}">
                  <a16:creationId xmlns:a16="http://schemas.microsoft.com/office/drawing/2014/main" id="{3DA3E7F3-0B0A-7161-BA12-47725B464A54}"/>
                </a:ext>
              </a:extLst>
            </p:cNvPr>
            <p:cNvCxnSpPr>
              <a:cxnSpLocks/>
              <a:endCxn id="14" idx="0"/>
            </p:cNvCxnSpPr>
            <p:nvPr/>
          </p:nvCxnSpPr>
          <p:spPr>
            <a:xfrm>
              <a:off x="4496854" y="3031199"/>
              <a:ext cx="0" cy="155278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A8E8D1F-26D0-FDDA-5FB6-6B2C9F42170C}"/>
                </a:ext>
              </a:extLst>
            </p:cNvPr>
            <p:cNvSpPr txBox="1"/>
            <p:nvPr/>
          </p:nvSpPr>
          <p:spPr>
            <a:xfrm>
              <a:off x="4387047" y="3736434"/>
              <a:ext cx="2443361" cy="40011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sz="2600" dirty="0">
                  <a:solidFill>
                    <a:srgbClr val="00206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Affinity matching</a:t>
              </a:r>
            </a:p>
          </p:txBody>
        </p:sp>
        <p:cxnSp>
          <p:nvCxnSpPr>
            <p:cNvPr id="41" name="직선 화살표 연결선 40">
              <a:extLst>
                <a:ext uri="{FF2B5EF4-FFF2-40B4-BE49-F238E27FC236}">
                  <a16:creationId xmlns:a16="http://schemas.microsoft.com/office/drawing/2014/main" id="{8CDA23BB-CA49-E9D7-358F-754B2B71176A}"/>
                </a:ext>
              </a:extLst>
            </p:cNvPr>
            <p:cNvCxnSpPr>
              <a:cxnSpLocks/>
              <a:endCxn id="24" idx="2"/>
            </p:cNvCxnSpPr>
            <p:nvPr/>
          </p:nvCxnSpPr>
          <p:spPr>
            <a:xfrm flipV="1">
              <a:off x="5407865" y="3624622"/>
              <a:ext cx="0" cy="182880"/>
            </a:xfrm>
            <a:prstGeom prst="straightConnector1">
              <a:avLst/>
            </a:prstGeom>
            <a:ln>
              <a:solidFill>
                <a:schemeClr val="tx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132C967-AF41-9C0A-CC0B-30EEDC5452FC}"/>
                </a:ext>
              </a:extLst>
            </p:cNvPr>
            <p:cNvSpPr txBox="1"/>
            <p:nvPr/>
          </p:nvSpPr>
          <p:spPr>
            <a:xfrm>
              <a:off x="6994795" y="2682420"/>
              <a:ext cx="1429879" cy="40011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sz="2600" dirty="0">
                  <a:solidFill>
                    <a:srgbClr val="196B2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No sound</a:t>
              </a:r>
            </a:p>
          </p:txBody>
        </p:sp>
        <p:cxnSp>
          <p:nvCxnSpPr>
            <p:cNvPr id="43" name="직선 화살표 연결선 42">
              <a:extLst>
                <a:ext uri="{FF2B5EF4-FFF2-40B4-BE49-F238E27FC236}">
                  <a16:creationId xmlns:a16="http://schemas.microsoft.com/office/drawing/2014/main" id="{0D097E8E-DD68-653A-9B50-FCA3E5BEA7BD}"/>
                </a:ext>
              </a:extLst>
            </p:cNvPr>
            <p:cNvCxnSpPr>
              <a:cxnSpLocks/>
              <a:endCxn id="27" idx="0"/>
            </p:cNvCxnSpPr>
            <p:nvPr/>
          </p:nvCxnSpPr>
          <p:spPr>
            <a:xfrm>
              <a:off x="7545034" y="3042569"/>
              <a:ext cx="0" cy="143908"/>
            </a:xfrm>
            <a:prstGeom prst="straightConnector1">
              <a:avLst/>
            </a:prstGeom>
            <a:ln>
              <a:solidFill>
                <a:srgbClr val="196B24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E105E026-F121-456D-B289-DE7106789E08}"/>
                </a:ext>
              </a:extLst>
            </p:cNvPr>
            <p:cNvSpPr txBox="1"/>
            <p:nvPr/>
          </p:nvSpPr>
          <p:spPr>
            <a:xfrm>
              <a:off x="4372416" y="4931275"/>
              <a:ext cx="908903" cy="40011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Active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6B1DD0D-71F6-8D22-75F2-875587BBBE83}"/>
                </a:ext>
              </a:extLst>
            </p:cNvPr>
            <p:cNvSpPr txBox="1"/>
            <p:nvPr/>
          </p:nvSpPr>
          <p:spPr>
            <a:xfrm>
              <a:off x="5458313" y="4931275"/>
              <a:ext cx="854400" cy="40011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Sleep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DE204DC-ABC7-A714-C799-499E626833F4}"/>
                </a:ext>
              </a:extLst>
            </p:cNvPr>
            <p:cNvSpPr txBox="1"/>
            <p:nvPr/>
          </p:nvSpPr>
          <p:spPr>
            <a:xfrm>
              <a:off x="7729967" y="4931275"/>
              <a:ext cx="538609" cy="40011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Idle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BA4C93C4-732A-F79F-4732-2D699215E47A}"/>
                </a:ext>
              </a:extLst>
            </p:cNvPr>
            <p:cNvSpPr txBox="1"/>
            <p:nvPr/>
          </p:nvSpPr>
          <p:spPr>
            <a:xfrm>
              <a:off x="6999851" y="1591190"/>
              <a:ext cx="2537450" cy="40011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One-time event</a:t>
              </a:r>
            </a:p>
          </p:txBody>
        </p:sp>
        <p:cxnSp>
          <p:nvCxnSpPr>
            <p:cNvPr id="48" name="직선 화살표 연결선 47">
              <a:extLst>
                <a:ext uri="{FF2B5EF4-FFF2-40B4-BE49-F238E27FC236}">
                  <a16:creationId xmlns:a16="http://schemas.microsoft.com/office/drawing/2014/main" id="{FFAC9ADE-5C8B-FA71-2FDE-5999CB4D8642}"/>
                </a:ext>
              </a:extLst>
            </p:cNvPr>
            <p:cNvCxnSpPr>
              <a:cxnSpLocks/>
              <a:endCxn id="6" idx="2"/>
            </p:cNvCxnSpPr>
            <p:nvPr/>
          </p:nvCxnSpPr>
          <p:spPr>
            <a:xfrm flipV="1">
              <a:off x="4496854" y="4808132"/>
              <a:ext cx="0" cy="16975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화살표 연결선 48">
              <a:extLst>
                <a:ext uri="{FF2B5EF4-FFF2-40B4-BE49-F238E27FC236}">
                  <a16:creationId xmlns:a16="http://schemas.microsoft.com/office/drawing/2014/main" id="{238FD413-FDED-DFBA-74B5-8D7EA58CA4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63465" y="4808132"/>
              <a:ext cx="0" cy="16975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직선 화살표 연결선 49">
              <a:extLst>
                <a:ext uri="{FF2B5EF4-FFF2-40B4-BE49-F238E27FC236}">
                  <a16:creationId xmlns:a16="http://schemas.microsoft.com/office/drawing/2014/main" id="{4232A25E-1DB0-75E7-2D9C-6647CCE6C0C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93555" y="4808132"/>
              <a:ext cx="0" cy="16975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직선 화살표 연결선 50">
              <a:extLst>
                <a:ext uri="{FF2B5EF4-FFF2-40B4-BE49-F238E27FC236}">
                  <a16:creationId xmlns:a16="http://schemas.microsoft.com/office/drawing/2014/main" id="{9763667E-9629-A1A0-A216-73E416BE5F21}"/>
                </a:ext>
              </a:extLst>
            </p:cNvPr>
            <p:cNvCxnSpPr>
              <a:cxnSpLocks/>
            </p:cNvCxnSpPr>
            <p:nvPr/>
          </p:nvCxnSpPr>
          <p:spPr>
            <a:xfrm>
              <a:off x="8313584" y="1957200"/>
              <a:ext cx="92229" cy="10496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6617DA72-FB5A-6529-A1D7-F8723A6BACEB}"/>
                </a:ext>
              </a:extLst>
            </p:cNvPr>
            <p:cNvSpPr/>
            <p:nvPr/>
          </p:nvSpPr>
          <p:spPr>
            <a:xfrm>
              <a:off x="5027965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E43B9C41-8965-809C-4403-F5DB14B2AD72}"/>
                </a:ext>
              </a:extLst>
            </p:cNvPr>
            <p:cNvSpPr/>
            <p:nvPr/>
          </p:nvSpPr>
          <p:spPr>
            <a:xfrm>
              <a:off x="5333870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직사각형 53">
              <a:extLst>
                <a:ext uri="{FF2B5EF4-FFF2-40B4-BE49-F238E27FC236}">
                  <a16:creationId xmlns:a16="http://schemas.microsoft.com/office/drawing/2014/main" id="{A52B04B7-689C-FBD4-FADC-65CBBB7C92BC}"/>
                </a:ext>
              </a:extLst>
            </p:cNvPr>
            <p:cNvSpPr/>
            <p:nvPr/>
          </p:nvSpPr>
          <p:spPr>
            <a:xfrm>
              <a:off x="5636006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5" name="직사각형 54">
              <a:extLst>
                <a:ext uri="{FF2B5EF4-FFF2-40B4-BE49-F238E27FC236}">
                  <a16:creationId xmlns:a16="http://schemas.microsoft.com/office/drawing/2014/main" id="{7E9E5975-04E8-AC26-99B0-56CA976EDEA5}"/>
                </a:ext>
              </a:extLst>
            </p:cNvPr>
            <p:cNvSpPr/>
            <p:nvPr/>
          </p:nvSpPr>
          <p:spPr>
            <a:xfrm>
              <a:off x="5941746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60F25AAC-8AD5-D5E3-D60E-220C68FD7657}"/>
                </a:ext>
              </a:extLst>
            </p:cNvPr>
            <p:cNvSpPr/>
            <p:nvPr/>
          </p:nvSpPr>
          <p:spPr>
            <a:xfrm>
              <a:off x="6247651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42E19CC6-4690-B2E8-8599-C947B9215EA7}"/>
                </a:ext>
              </a:extLst>
            </p:cNvPr>
            <p:cNvSpPr/>
            <p:nvPr/>
          </p:nvSpPr>
          <p:spPr>
            <a:xfrm>
              <a:off x="6557824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996F5F6D-C9E2-E6C1-FBDB-555BEE64CEE9}"/>
                </a:ext>
              </a:extLst>
            </p:cNvPr>
            <p:cNvSpPr/>
            <p:nvPr/>
          </p:nvSpPr>
          <p:spPr>
            <a:xfrm>
              <a:off x="6863564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471E65F2-469C-F57C-BBDB-65ACE5518346}"/>
                </a:ext>
              </a:extLst>
            </p:cNvPr>
            <p:cNvSpPr/>
            <p:nvPr/>
          </p:nvSpPr>
          <p:spPr>
            <a:xfrm>
              <a:off x="7169469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D7375C8E-6A6C-E52D-9A21-87D50055CE9F}"/>
                </a:ext>
              </a:extLst>
            </p:cNvPr>
            <p:cNvSpPr/>
            <p:nvPr/>
          </p:nvSpPr>
          <p:spPr>
            <a:xfrm>
              <a:off x="7471842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61" name="직선 화살표 연결선 60">
              <a:extLst>
                <a:ext uri="{FF2B5EF4-FFF2-40B4-BE49-F238E27FC236}">
                  <a16:creationId xmlns:a16="http://schemas.microsoft.com/office/drawing/2014/main" id="{47769DAB-C765-FCF0-6762-1E1231DE91C7}"/>
                </a:ext>
              </a:extLst>
            </p:cNvPr>
            <p:cNvCxnSpPr>
              <a:cxnSpLocks/>
            </p:cNvCxnSpPr>
            <p:nvPr/>
          </p:nvCxnSpPr>
          <p:spPr>
            <a:xfrm>
              <a:off x="4389698" y="4811994"/>
              <a:ext cx="50292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직선 화살표 연결선 61">
              <a:extLst>
                <a:ext uri="{FF2B5EF4-FFF2-40B4-BE49-F238E27FC236}">
                  <a16:creationId xmlns:a16="http://schemas.microsoft.com/office/drawing/2014/main" id="{89AADEA2-E4B6-5E0F-7538-E0A13DD3FC7B}"/>
                </a:ext>
              </a:extLst>
            </p:cNvPr>
            <p:cNvCxnSpPr>
              <a:cxnSpLocks/>
            </p:cNvCxnSpPr>
            <p:nvPr/>
          </p:nvCxnSpPr>
          <p:spPr>
            <a:xfrm>
              <a:off x="4389698" y="3628484"/>
              <a:ext cx="50292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26298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A9C603-67D2-A26D-6191-73BFCAC3F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DCAD39B6-C77F-E5F7-46CA-5E8EE7E49B4C}"/>
              </a:ext>
            </a:extLst>
          </p:cNvPr>
          <p:cNvSpPr/>
          <p:nvPr/>
        </p:nvSpPr>
        <p:spPr>
          <a:xfrm>
            <a:off x="2349226" y="1321439"/>
            <a:ext cx="7493548" cy="4215121"/>
          </a:xfrm>
          <a:prstGeom prst="rect">
            <a:avLst/>
          </a:prstGeom>
          <a:solidFill>
            <a:schemeClr val="bg1"/>
          </a:solidFill>
          <a:ln w="5715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626ABA9-384D-AAFC-034D-9A3F62265C13}"/>
              </a:ext>
            </a:extLst>
          </p:cNvPr>
          <p:cNvSpPr txBox="1"/>
          <p:nvPr/>
        </p:nvSpPr>
        <p:spPr>
          <a:xfrm>
            <a:off x="152400" y="240944"/>
            <a:ext cx="36413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2025-emsoft-ember.png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0" name="사각형: 둥근 모서리 129">
            <a:extLst>
              <a:ext uri="{FF2B5EF4-FFF2-40B4-BE49-F238E27FC236}">
                <a16:creationId xmlns:a16="http://schemas.microsoft.com/office/drawing/2014/main" id="{4D0AA77B-7A84-D5AE-EF60-70C832D2969B}"/>
              </a:ext>
            </a:extLst>
          </p:cNvPr>
          <p:cNvSpPr/>
          <p:nvPr/>
        </p:nvSpPr>
        <p:spPr>
          <a:xfrm>
            <a:off x="7062265" y="3547656"/>
            <a:ext cx="2658620" cy="1961400"/>
          </a:xfrm>
          <a:prstGeom prst="roundRect">
            <a:avLst>
              <a:gd name="adj" fmla="val 5790"/>
            </a:avLst>
          </a:prstGeom>
          <a:solidFill>
            <a:srgbClr val="A5A5A5">
              <a:lumMod val="20000"/>
              <a:lumOff val="8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31" name="사각형: 둥근 모서리 130">
            <a:extLst>
              <a:ext uri="{FF2B5EF4-FFF2-40B4-BE49-F238E27FC236}">
                <a16:creationId xmlns:a16="http://schemas.microsoft.com/office/drawing/2014/main" id="{47EB94AF-5F0D-C117-F72F-1E8E84B77449}"/>
              </a:ext>
            </a:extLst>
          </p:cNvPr>
          <p:cNvSpPr/>
          <p:nvPr/>
        </p:nvSpPr>
        <p:spPr>
          <a:xfrm>
            <a:off x="2471116" y="1604604"/>
            <a:ext cx="7249768" cy="1368874"/>
          </a:xfrm>
          <a:prstGeom prst="roundRect">
            <a:avLst>
              <a:gd name="adj" fmla="val 5790"/>
            </a:avLst>
          </a:prstGeom>
          <a:solidFill>
            <a:srgbClr val="A5A5A5">
              <a:lumMod val="20000"/>
              <a:lumOff val="8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4E955094-B218-5ADA-1D76-AF3B4565F753}"/>
              </a:ext>
            </a:extLst>
          </p:cNvPr>
          <p:cNvSpPr txBox="1"/>
          <p:nvPr/>
        </p:nvSpPr>
        <p:spPr>
          <a:xfrm>
            <a:off x="3210862" y="1654358"/>
            <a:ext cx="1790360" cy="1021883"/>
          </a:xfrm>
          <a:prstGeom prst="rect">
            <a:avLst/>
          </a:prstGeom>
          <a:noFill/>
        </p:spPr>
        <p:txBody>
          <a:bodyPr wrap="square" lIns="72000" rIns="72000" rtlCol="0">
            <a:spAutoFit/>
          </a:bodyPr>
          <a:lstStyle/>
          <a:p>
            <a:pPr algn="ctr" latinLnBrk="0">
              <a:lnSpc>
                <a:spcPct val="110000"/>
              </a:lnSpc>
            </a:pPr>
            <a:r>
              <a:rPr lang="en-US" sz="14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(waker</a:t>
            </a:r>
            <a:r>
              <a:rPr lang="en-US" sz="1400" i="1" baseline="-25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14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wakee</a:t>
            </a:r>
            <a:r>
              <a:rPr lang="en-US" sz="1400" i="1" baseline="-25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14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algn="ctr" latinLnBrk="0">
              <a:lnSpc>
                <a:spcPct val="110000"/>
              </a:lnSpc>
            </a:pPr>
            <a:r>
              <a:rPr lang="en-US" sz="14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(waker</a:t>
            </a:r>
            <a:r>
              <a:rPr lang="en-US" sz="1400" i="1" baseline="-25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2</a:t>
            </a:r>
            <a:r>
              <a:rPr lang="en-US" sz="14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, wakee</a:t>
            </a:r>
            <a:r>
              <a:rPr lang="en-US" sz="1400" i="1" baseline="-25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14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)</a:t>
            </a:r>
          </a:p>
          <a:p>
            <a:pPr algn="ctr" latinLnBrk="0">
              <a:lnSpc>
                <a:spcPct val="110000"/>
              </a:lnSpc>
            </a:pPr>
            <a:r>
              <a:rPr lang="en-US" sz="14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…</a:t>
            </a:r>
          </a:p>
          <a:p>
            <a:pPr algn="ctr" latinLnBrk="0">
              <a:lnSpc>
                <a:spcPct val="110000"/>
              </a:lnSpc>
            </a:pPr>
            <a:r>
              <a:rPr lang="en-US" sz="14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(</a:t>
            </a:r>
            <a:r>
              <a:rPr lang="en-US" sz="1400" i="1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waker</a:t>
            </a:r>
            <a:r>
              <a:rPr lang="en-US" sz="1400" i="1" baseline="-25000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en-US" sz="14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, </a:t>
            </a:r>
            <a:r>
              <a:rPr lang="en-US" sz="1400" i="1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wakee</a:t>
            </a:r>
            <a:r>
              <a:rPr lang="en-US" sz="1400" i="1" baseline="-25000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en-US" sz="14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)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D8BB8912-D6FA-E036-23B7-D90AEFA34602}"/>
              </a:ext>
            </a:extLst>
          </p:cNvPr>
          <p:cNvSpPr txBox="1"/>
          <p:nvPr/>
        </p:nvSpPr>
        <p:spPr>
          <a:xfrm>
            <a:off x="2444013" y="1360799"/>
            <a:ext cx="4025069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atinLnBrk="0"/>
            <a:r>
              <a:rPr lang="en-US" altLang="ko-KR" sz="1600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Task Wakeup Sequence Embedding (§4.2)</a:t>
            </a:r>
            <a:endParaRPr lang="en-US" sz="1600" b="1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4" name="사각형: 둥근 모서리 133">
            <a:extLst>
              <a:ext uri="{FF2B5EF4-FFF2-40B4-BE49-F238E27FC236}">
                <a16:creationId xmlns:a16="http://schemas.microsoft.com/office/drawing/2014/main" id="{F1678165-9DC8-1917-B307-5EB4F0F9F354}"/>
              </a:ext>
            </a:extLst>
          </p:cNvPr>
          <p:cNvSpPr/>
          <p:nvPr/>
        </p:nvSpPr>
        <p:spPr>
          <a:xfrm>
            <a:off x="2490087" y="3547658"/>
            <a:ext cx="4492531" cy="1961400"/>
          </a:xfrm>
          <a:prstGeom prst="roundRect">
            <a:avLst>
              <a:gd name="adj" fmla="val 5790"/>
            </a:avLst>
          </a:prstGeom>
          <a:solidFill>
            <a:srgbClr val="A5A5A5">
              <a:lumMod val="20000"/>
              <a:lumOff val="8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0A0A497F-7959-5DE1-8650-444F7E097E29}"/>
              </a:ext>
            </a:extLst>
          </p:cNvPr>
          <p:cNvSpPr txBox="1"/>
          <p:nvPr/>
        </p:nvSpPr>
        <p:spPr>
          <a:xfrm>
            <a:off x="3045401" y="2689439"/>
            <a:ext cx="2361487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Wakeup event sequence</a:t>
            </a:r>
          </a:p>
        </p:txBody>
      </p:sp>
      <p:cxnSp>
        <p:nvCxnSpPr>
          <p:cNvPr id="137" name="직선 화살표 연결선 136">
            <a:extLst>
              <a:ext uri="{FF2B5EF4-FFF2-40B4-BE49-F238E27FC236}">
                <a16:creationId xmlns:a16="http://schemas.microsoft.com/office/drawing/2014/main" id="{AA27C8ED-607C-F7F5-CED2-42EC52D32893}"/>
              </a:ext>
            </a:extLst>
          </p:cNvPr>
          <p:cNvCxnSpPr>
            <a:cxnSpLocks/>
          </p:cNvCxnSpPr>
          <p:nvPr/>
        </p:nvCxnSpPr>
        <p:spPr>
          <a:xfrm>
            <a:off x="3206390" y="1692559"/>
            <a:ext cx="0" cy="957438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38" name="TextBox 137">
            <a:extLst>
              <a:ext uri="{FF2B5EF4-FFF2-40B4-BE49-F238E27FC236}">
                <a16:creationId xmlns:a16="http://schemas.microsoft.com/office/drawing/2014/main" id="{3E33AACC-F6B7-93E7-9E3B-7A4B52EDD35E}"/>
              </a:ext>
            </a:extLst>
          </p:cNvPr>
          <p:cNvSpPr txBox="1"/>
          <p:nvPr/>
        </p:nvSpPr>
        <p:spPr>
          <a:xfrm>
            <a:off x="2514924" y="3066285"/>
            <a:ext cx="446769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atinLnBrk="0"/>
            <a:r>
              <a:rPr lang="en-US" sz="1600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Touch-Driven</a:t>
            </a:r>
            <a:br>
              <a:rPr lang="en-US" sz="1600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600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Hierarchical Inference </a:t>
            </a:r>
            <a:r>
              <a:rPr lang="en-US" altLang="ko-KR" sz="1600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(§4.3)</a:t>
            </a:r>
            <a:endParaRPr lang="en-US" sz="1600" b="1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9" name="자유형: 도형 138">
            <a:extLst>
              <a:ext uri="{FF2B5EF4-FFF2-40B4-BE49-F238E27FC236}">
                <a16:creationId xmlns:a16="http://schemas.microsoft.com/office/drawing/2014/main" id="{5EB084E7-395A-AF57-EAF4-641139763EF9}"/>
              </a:ext>
            </a:extLst>
          </p:cNvPr>
          <p:cNvSpPr/>
          <p:nvPr/>
        </p:nvSpPr>
        <p:spPr>
          <a:xfrm>
            <a:off x="3060365" y="3570061"/>
            <a:ext cx="244802" cy="270872"/>
          </a:xfrm>
          <a:custGeom>
            <a:avLst/>
            <a:gdLst>
              <a:gd name="connsiteX0" fmla="*/ 568600 w 586697"/>
              <a:gd name="connsiteY0" fmla="*/ 507255 h 649177"/>
              <a:gd name="connsiteX1" fmla="*/ 557170 w 586697"/>
              <a:gd name="connsiteY1" fmla="*/ 313897 h 649177"/>
              <a:gd name="connsiteX2" fmla="*/ 493353 w 586697"/>
              <a:gd name="connsiteY2" fmla="*/ 172927 h 649177"/>
              <a:gd name="connsiteX3" fmla="*/ 424773 w 586697"/>
              <a:gd name="connsiteY3" fmla="*/ 147210 h 649177"/>
              <a:gd name="connsiteX4" fmla="*/ 399055 w 586697"/>
              <a:gd name="connsiteY4" fmla="*/ 171975 h 649177"/>
              <a:gd name="connsiteX5" fmla="*/ 397150 w 586697"/>
              <a:gd name="connsiteY5" fmla="*/ 171975 h 649177"/>
              <a:gd name="connsiteX6" fmla="*/ 389530 w 586697"/>
              <a:gd name="connsiteY6" fmla="*/ 159592 h 649177"/>
              <a:gd name="connsiteX7" fmla="*/ 350478 w 586697"/>
              <a:gd name="connsiteY7" fmla="*/ 139590 h 649177"/>
              <a:gd name="connsiteX8" fmla="*/ 300948 w 586697"/>
              <a:gd name="connsiteY8" fmla="*/ 171022 h 649177"/>
              <a:gd name="connsiteX9" fmla="*/ 299043 w 586697"/>
              <a:gd name="connsiteY9" fmla="*/ 171022 h 649177"/>
              <a:gd name="connsiteX10" fmla="*/ 227605 w 586697"/>
              <a:gd name="connsiteY10" fmla="*/ 162450 h 649177"/>
              <a:gd name="connsiteX11" fmla="*/ 210460 w 586697"/>
              <a:gd name="connsiteY11" fmla="*/ 210075 h 649177"/>
              <a:gd name="connsiteX12" fmla="*/ 209508 w 586697"/>
              <a:gd name="connsiteY12" fmla="*/ 210075 h 649177"/>
              <a:gd name="connsiteX13" fmla="*/ 127593 w 586697"/>
              <a:gd name="connsiteY13" fmla="*/ 27195 h 649177"/>
              <a:gd name="connsiteX14" fmla="*/ 70443 w 586697"/>
              <a:gd name="connsiteY14" fmla="*/ 3382 h 649177"/>
              <a:gd name="connsiteX15" fmla="*/ 46630 w 586697"/>
              <a:gd name="connsiteY15" fmla="*/ 60532 h 649177"/>
              <a:gd name="connsiteX16" fmla="*/ 47583 w 586697"/>
              <a:gd name="connsiteY16" fmla="*/ 62437 h 649177"/>
              <a:gd name="connsiteX17" fmla="*/ 212365 w 586697"/>
              <a:gd name="connsiteY17" fmla="*/ 431055 h 649177"/>
              <a:gd name="connsiteX18" fmla="*/ 186648 w 586697"/>
              <a:gd name="connsiteY18" fmla="*/ 436770 h 649177"/>
              <a:gd name="connsiteX19" fmla="*/ 70443 w 586697"/>
              <a:gd name="connsiteY19" fmla="*/ 356760 h 649177"/>
              <a:gd name="connsiteX20" fmla="*/ 10435 w 586697"/>
              <a:gd name="connsiteY20" fmla="*/ 363427 h 649177"/>
              <a:gd name="connsiteX21" fmla="*/ 19008 w 586697"/>
              <a:gd name="connsiteY21" fmla="*/ 428197 h 649177"/>
              <a:gd name="connsiteX22" fmla="*/ 199983 w 586697"/>
              <a:gd name="connsiteY22" fmla="*/ 552022 h 649177"/>
              <a:gd name="connsiteX23" fmla="*/ 215223 w 586697"/>
              <a:gd name="connsiteY23" fmla="*/ 558690 h 649177"/>
              <a:gd name="connsiteX24" fmla="*/ 328570 w 586697"/>
              <a:gd name="connsiteY24" fmla="*/ 585360 h 649177"/>
              <a:gd name="connsiteX25" fmla="*/ 332380 w 586697"/>
              <a:gd name="connsiteY25" fmla="*/ 590122 h 649177"/>
              <a:gd name="connsiteX26" fmla="*/ 359050 w 586697"/>
              <a:gd name="connsiteY26" fmla="*/ 649177 h 649177"/>
              <a:gd name="connsiteX27" fmla="*/ 586698 w 586697"/>
              <a:gd name="connsiteY27" fmla="*/ 546307 h 649177"/>
              <a:gd name="connsiteX28" fmla="*/ 568600 w 586697"/>
              <a:gd name="connsiteY28" fmla="*/ 507255 h 6491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586697" h="649177">
                <a:moveTo>
                  <a:pt x="568600" y="507255"/>
                </a:moveTo>
                <a:cubicBezTo>
                  <a:pt x="543835" y="452010"/>
                  <a:pt x="604795" y="418672"/>
                  <a:pt x="557170" y="313897"/>
                </a:cubicBezTo>
                <a:cubicBezTo>
                  <a:pt x="545740" y="289132"/>
                  <a:pt x="508593" y="206265"/>
                  <a:pt x="493353" y="172927"/>
                </a:cubicBezTo>
                <a:cubicBezTo>
                  <a:pt x="481923" y="147210"/>
                  <a:pt x="451443" y="134827"/>
                  <a:pt x="424773" y="147210"/>
                </a:cubicBezTo>
                <a:cubicBezTo>
                  <a:pt x="413343" y="151972"/>
                  <a:pt x="404770" y="160545"/>
                  <a:pt x="399055" y="171975"/>
                </a:cubicBezTo>
                <a:cubicBezTo>
                  <a:pt x="399055" y="172927"/>
                  <a:pt x="398103" y="172927"/>
                  <a:pt x="397150" y="171975"/>
                </a:cubicBezTo>
                <a:cubicBezTo>
                  <a:pt x="395245" y="167212"/>
                  <a:pt x="393340" y="163402"/>
                  <a:pt x="389530" y="159592"/>
                </a:cubicBezTo>
                <a:cubicBezTo>
                  <a:pt x="380005" y="147210"/>
                  <a:pt x="365718" y="139590"/>
                  <a:pt x="350478" y="139590"/>
                </a:cubicBezTo>
                <a:cubicBezTo>
                  <a:pt x="328570" y="138637"/>
                  <a:pt x="309520" y="151972"/>
                  <a:pt x="300948" y="171022"/>
                </a:cubicBezTo>
                <a:cubicBezTo>
                  <a:pt x="300948" y="171975"/>
                  <a:pt x="299995" y="171975"/>
                  <a:pt x="299043" y="171022"/>
                </a:cubicBezTo>
                <a:cubicBezTo>
                  <a:pt x="281898" y="149115"/>
                  <a:pt x="250465" y="145305"/>
                  <a:pt x="227605" y="162450"/>
                </a:cubicBezTo>
                <a:cubicBezTo>
                  <a:pt x="214270" y="171975"/>
                  <a:pt x="206650" y="191025"/>
                  <a:pt x="210460" y="210075"/>
                </a:cubicBezTo>
                <a:cubicBezTo>
                  <a:pt x="210460" y="211027"/>
                  <a:pt x="209508" y="211027"/>
                  <a:pt x="209508" y="210075"/>
                </a:cubicBezTo>
                <a:lnTo>
                  <a:pt x="127593" y="27195"/>
                </a:lnTo>
                <a:cubicBezTo>
                  <a:pt x="118068" y="5287"/>
                  <a:pt x="92350" y="-6143"/>
                  <a:pt x="70443" y="3382"/>
                </a:cubicBezTo>
                <a:cubicBezTo>
                  <a:pt x="48535" y="12907"/>
                  <a:pt x="37105" y="38625"/>
                  <a:pt x="46630" y="60532"/>
                </a:cubicBezTo>
                <a:cubicBezTo>
                  <a:pt x="46630" y="61485"/>
                  <a:pt x="47583" y="61485"/>
                  <a:pt x="47583" y="62437"/>
                </a:cubicBezTo>
                <a:lnTo>
                  <a:pt x="212365" y="431055"/>
                </a:lnTo>
                <a:lnTo>
                  <a:pt x="186648" y="436770"/>
                </a:lnTo>
                <a:lnTo>
                  <a:pt x="70443" y="356760"/>
                </a:lnTo>
                <a:cubicBezTo>
                  <a:pt x="51393" y="343425"/>
                  <a:pt x="24723" y="346282"/>
                  <a:pt x="10435" y="363427"/>
                </a:cubicBezTo>
                <a:cubicBezTo>
                  <a:pt x="-6710" y="383430"/>
                  <a:pt x="-1947" y="413910"/>
                  <a:pt x="19008" y="428197"/>
                </a:cubicBezTo>
                <a:lnTo>
                  <a:pt x="199983" y="552022"/>
                </a:lnTo>
                <a:cubicBezTo>
                  <a:pt x="204745" y="554880"/>
                  <a:pt x="209508" y="557737"/>
                  <a:pt x="215223" y="558690"/>
                </a:cubicBezTo>
                <a:lnTo>
                  <a:pt x="328570" y="585360"/>
                </a:lnTo>
                <a:lnTo>
                  <a:pt x="332380" y="590122"/>
                </a:lnTo>
                <a:lnTo>
                  <a:pt x="359050" y="649177"/>
                </a:lnTo>
                <a:lnTo>
                  <a:pt x="586698" y="546307"/>
                </a:lnTo>
                <a:lnTo>
                  <a:pt x="568600" y="507255"/>
                </a:ln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atinLnBrk="0"/>
            <a:endParaRPr lang="en-US" sz="160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CDDD329D-C3B2-A160-58F8-DB344E6D62D7}"/>
              </a:ext>
            </a:extLst>
          </p:cNvPr>
          <p:cNvSpPr txBox="1"/>
          <p:nvPr/>
        </p:nvSpPr>
        <p:spPr>
          <a:xfrm>
            <a:off x="3282450" y="3598341"/>
            <a:ext cx="644263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Touch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5FCB07D1-F8F0-DB67-9503-A84123B4F789}"/>
              </a:ext>
            </a:extLst>
          </p:cNvPr>
          <p:cNvSpPr txBox="1"/>
          <p:nvPr/>
        </p:nvSpPr>
        <p:spPr>
          <a:xfrm>
            <a:off x="6637560" y="4792176"/>
            <a:ext cx="345058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W</a:t>
            </a:r>
            <a:r>
              <a:rPr lang="en-US" sz="1600" baseline="-25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1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F6F784E2-6FFE-579D-13A6-2ECBBDB536D8}"/>
              </a:ext>
            </a:extLst>
          </p:cNvPr>
          <p:cNvSpPr txBox="1"/>
          <p:nvPr/>
        </p:nvSpPr>
        <p:spPr>
          <a:xfrm>
            <a:off x="7129633" y="4994116"/>
            <a:ext cx="2536716" cy="338554"/>
          </a:xfrm>
          <a:prstGeom prst="rect">
            <a:avLst/>
          </a:prstGeom>
          <a:solidFill>
            <a:sysClr val="window" lastClr="FFFFFF"/>
          </a:solidFill>
          <a:ln>
            <a:solidFill>
              <a:sysClr val="windowText" lastClr="000000"/>
            </a:solidFill>
          </a:ln>
        </p:spPr>
        <p:txBody>
          <a:bodyPr wrap="square" lIns="0" rIns="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Utilization clamping (EAS)</a:t>
            </a:r>
          </a:p>
        </p:txBody>
      </p:sp>
      <p:cxnSp>
        <p:nvCxnSpPr>
          <p:cNvPr id="143" name="직선 화살표 연결선 142">
            <a:extLst>
              <a:ext uri="{FF2B5EF4-FFF2-40B4-BE49-F238E27FC236}">
                <a16:creationId xmlns:a16="http://schemas.microsoft.com/office/drawing/2014/main" id="{C5B9FD87-2FAC-7352-29BD-2C95EEB7AE2A}"/>
              </a:ext>
            </a:extLst>
          </p:cNvPr>
          <p:cNvCxnSpPr>
            <a:cxnSpLocks/>
          </p:cNvCxnSpPr>
          <p:nvPr/>
        </p:nvCxnSpPr>
        <p:spPr>
          <a:xfrm>
            <a:off x="2781778" y="3662883"/>
            <a:ext cx="0" cy="1739111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4" name="직선 화살표 연결선 143">
            <a:extLst>
              <a:ext uri="{FF2B5EF4-FFF2-40B4-BE49-F238E27FC236}">
                <a16:creationId xmlns:a16="http://schemas.microsoft.com/office/drawing/2014/main" id="{F209C03B-4145-FB06-9482-E29961B1D53C}"/>
              </a:ext>
            </a:extLst>
          </p:cNvPr>
          <p:cNvCxnSpPr>
            <a:cxnSpLocks/>
          </p:cNvCxnSpPr>
          <p:nvPr/>
        </p:nvCxnSpPr>
        <p:spPr>
          <a:xfrm>
            <a:off x="2850036" y="3758673"/>
            <a:ext cx="0" cy="1551813"/>
          </a:xfrm>
          <a:prstGeom prst="straightConnector1">
            <a:avLst/>
          </a:prstGeom>
          <a:noFill/>
          <a:ln w="28575" cap="flat" cmpd="sng" algn="ctr">
            <a:solidFill>
              <a:srgbClr val="0070C0"/>
            </a:solidFill>
            <a:prstDash val="solid"/>
            <a:miter lim="800000"/>
            <a:headEnd type="triangle"/>
            <a:tailEnd type="triangle"/>
          </a:ln>
          <a:effectLst/>
        </p:spPr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BFBA9C93-F3E3-2932-68D0-0B440E0BB704}"/>
              </a:ext>
            </a:extLst>
          </p:cNvPr>
          <p:cNvSpPr txBox="1"/>
          <p:nvPr/>
        </p:nvSpPr>
        <p:spPr>
          <a:xfrm>
            <a:off x="2670952" y="3965147"/>
            <a:ext cx="1012779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Seq</a:t>
            </a:r>
            <a:r>
              <a:rPr lang="en-US" sz="1600" baseline="-250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US" sz="1600" baseline="-25000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3442D9D5-3EA9-5972-7D99-95ED97210D86}"/>
              </a:ext>
            </a:extLst>
          </p:cNvPr>
          <p:cNvSpPr txBox="1"/>
          <p:nvPr/>
        </p:nvSpPr>
        <p:spPr>
          <a:xfrm>
            <a:off x="2670951" y="4942555"/>
            <a:ext cx="1012779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Seq</a:t>
            </a:r>
            <a:r>
              <a:rPr lang="en-US" sz="1600" baseline="-250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en-US" sz="1600" baseline="-25000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D5EE1196-2B80-F233-16EB-BEB2F3A8C993}"/>
              </a:ext>
            </a:extLst>
          </p:cNvPr>
          <p:cNvSpPr/>
          <p:nvPr/>
        </p:nvSpPr>
        <p:spPr>
          <a:xfrm>
            <a:off x="3438612" y="3996892"/>
            <a:ext cx="955273" cy="169975"/>
          </a:xfrm>
          <a:prstGeom prst="rightArrow">
            <a:avLst/>
          </a:prstGeom>
          <a:solidFill>
            <a:sysClr val="windowText" lastClr="000000">
              <a:lumMod val="50000"/>
              <a:lumOff val="50000"/>
            </a:sys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5C0DFD66-EDB7-8944-4DC8-AE0ECCF0A57F}"/>
              </a:ext>
            </a:extLst>
          </p:cNvPr>
          <p:cNvSpPr txBox="1"/>
          <p:nvPr/>
        </p:nvSpPr>
        <p:spPr>
          <a:xfrm>
            <a:off x="3576432" y="3821147"/>
            <a:ext cx="681351" cy="492443"/>
          </a:xfrm>
          <a:prstGeom prst="rect">
            <a:avLst/>
          </a:prstGeom>
          <a:solidFill>
            <a:sysClr val="window" lastClr="FFFFFF"/>
          </a:solidFill>
          <a:ln>
            <a:solidFill>
              <a:sysClr val="windowText" lastClr="000000"/>
            </a:solidFill>
          </a:ln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Word2</a:t>
            </a:r>
            <a:b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Vec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0EE9FCBA-70FF-4E6C-5202-404D91148F4A}"/>
              </a:ext>
            </a:extLst>
          </p:cNvPr>
          <p:cNvSpPr txBox="1"/>
          <p:nvPr/>
        </p:nvSpPr>
        <p:spPr>
          <a:xfrm>
            <a:off x="4625466" y="4204782"/>
            <a:ext cx="72088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</a:t>
            </a:r>
            <a:r>
              <a:rPr lang="en-US" sz="1600" baseline="-25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US" sz="1600" baseline="-250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0E464BD4-9402-CC77-94D5-0390094831AA}"/>
              </a:ext>
            </a:extLst>
          </p:cNvPr>
          <p:cNvSpPr txBox="1"/>
          <p:nvPr/>
        </p:nvSpPr>
        <p:spPr>
          <a:xfrm>
            <a:off x="4622556" y="5208950"/>
            <a:ext cx="72088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</a:t>
            </a:r>
            <a:r>
              <a:rPr lang="en-US" sz="1600" baseline="-25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en-US" sz="1600" baseline="-250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cxnSp>
        <p:nvCxnSpPr>
          <p:cNvPr id="151" name="직선 화살표 연결선 150">
            <a:extLst>
              <a:ext uri="{FF2B5EF4-FFF2-40B4-BE49-F238E27FC236}">
                <a16:creationId xmlns:a16="http://schemas.microsoft.com/office/drawing/2014/main" id="{38680316-E593-9BF6-4531-422552BE0098}"/>
              </a:ext>
            </a:extLst>
          </p:cNvPr>
          <p:cNvCxnSpPr>
            <a:cxnSpLocks/>
          </p:cNvCxnSpPr>
          <p:nvPr/>
        </p:nvCxnSpPr>
        <p:spPr>
          <a:xfrm>
            <a:off x="2894279" y="3757478"/>
            <a:ext cx="0" cy="517955"/>
          </a:xfrm>
          <a:prstGeom prst="straightConnector1">
            <a:avLst/>
          </a:prstGeom>
          <a:noFill/>
          <a:ln w="28575" cap="flat" cmpd="sng" algn="ctr">
            <a:solidFill>
              <a:srgbClr val="C00000"/>
            </a:solidFill>
            <a:prstDash val="solid"/>
            <a:miter lim="800000"/>
            <a:headEnd type="triangle"/>
            <a:tailEnd type="triangle"/>
          </a:ln>
          <a:effectLst/>
        </p:spPr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BAB63A04-5E01-BD72-E9F2-612FA7272B27}"/>
              </a:ext>
            </a:extLst>
          </p:cNvPr>
          <p:cNvSpPr txBox="1"/>
          <p:nvPr/>
        </p:nvSpPr>
        <p:spPr>
          <a:xfrm>
            <a:off x="6205219" y="3634610"/>
            <a:ext cx="789617" cy="830997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 latinLnBrk="0"/>
            <a:r>
              <a:rPr lang="en-US" sz="16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</a:t>
            </a:r>
            <a:br>
              <a:rPr lang="en-US" sz="16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6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page </a:t>
            </a:r>
            <a:br>
              <a:rPr lang="en-US" sz="16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6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load?</a:t>
            </a:r>
            <a:endParaRPr lang="en-US" sz="1600" i="1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037631CD-9839-7ECF-9895-B5EE89FBCD17}"/>
              </a:ext>
            </a:extLst>
          </p:cNvPr>
          <p:cNvSpPr txBox="1"/>
          <p:nvPr/>
        </p:nvSpPr>
        <p:spPr>
          <a:xfrm>
            <a:off x="6200137" y="4410885"/>
            <a:ext cx="337573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latinLnBrk="0"/>
            <a:r>
              <a:rPr lang="en-US" sz="1600" dirty="0">
                <a:solidFill>
                  <a:prstClr val="black">
                    <a:lumMod val="50000"/>
                    <a:lumOff val="50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Yes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1C3489C6-C5C4-D20D-6CB1-4B43D93586C1}"/>
              </a:ext>
            </a:extLst>
          </p:cNvPr>
          <p:cNvSpPr txBox="1"/>
          <p:nvPr/>
        </p:nvSpPr>
        <p:spPr>
          <a:xfrm rot="16200000">
            <a:off x="2707208" y="2264930"/>
            <a:ext cx="72963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Time</a:t>
            </a:r>
          </a:p>
        </p:txBody>
      </p:sp>
      <p:sp>
        <p:nvSpPr>
          <p:cNvPr id="157" name="화살표: 오른쪽 156">
            <a:extLst>
              <a:ext uri="{FF2B5EF4-FFF2-40B4-BE49-F238E27FC236}">
                <a16:creationId xmlns:a16="http://schemas.microsoft.com/office/drawing/2014/main" id="{0FD37062-23FA-10A4-67A9-28620684049D}"/>
              </a:ext>
            </a:extLst>
          </p:cNvPr>
          <p:cNvSpPr/>
          <p:nvPr/>
        </p:nvSpPr>
        <p:spPr>
          <a:xfrm rot="10800000">
            <a:off x="2907611" y="3705496"/>
            <a:ext cx="145499" cy="82207"/>
          </a:xfrm>
          <a:prstGeom prst="rightArrow">
            <a:avLst/>
          </a:prstGeom>
          <a:solidFill>
            <a:sysClr val="windowText" lastClr="000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E27388FF-38F0-6527-4FB4-A2797A7B0DED}"/>
              </a:ext>
            </a:extLst>
          </p:cNvPr>
          <p:cNvSpPr txBox="1"/>
          <p:nvPr/>
        </p:nvSpPr>
        <p:spPr>
          <a:xfrm rot="16200000">
            <a:off x="2283947" y="4970080"/>
            <a:ext cx="72963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Time</a:t>
            </a:r>
          </a:p>
        </p:txBody>
      </p:sp>
      <p:sp>
        <p:nvSpPr>
          <p:cNvPr id="159" name="화살표: 오른쪽 158">
            <a:extLst>
              <a:ext uri="{FF2B5EF4-FFF2-40B4-BE49-F238E27FC236}">
                <a16:creationId xmlns:a16="http://schemas.microsoft.com/office/drawing/2014/main" id="{03848BA5-7D44-1FB2-6DEA-772C4F9E965C}"/>
              </a:ext>
            </a:extLst>
          </p:cNvPr>
          <p:cNvSpPr/>
          <p:nvPr/>
        </p:nvSpPr>
        <p:spPr>
          <a:xfrm>
            <a:off x="3445574" y="5009663"/>
            <a:ext cx="948311" cy="169975"/>
          </a:xfrm>
          <a:prstGeom prst="rightArrow">
            <a:avLst/>
          </a:prstGeom>
          <a:solidFill>
            <a:sysClr val="windowText" lastClr="000000">
              <a:lumMod val="50000"/>
              <a:lumOff val="50000"/>
            </a:sys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95A7A3D2-618D-CD37-1E5B-3685444ABCD0}"/>
              </a:ext>
            </a:extLst>
          </p:cNvPr>
          <p:cNvSpPr txBox="1"/>
          <p:nvPr/>
        </p:nvSpPr>
        <p:spPr>
          <a:xfrm>
            <a:off x="3576432" y="4833918"/>
            <a:ext cx="681352" cy="492443"/>
          </a:xfrm>
          <a:prstGeom prst="rect">
            <a:avLst/>
          </a:prstGeom>
          <a:solidFill>
            <a:sysClr val="window" lastClr="FFFFFF"/>
          </a:solidFill>
          <a:ln>
            <a:solidFill>
              <a:sysClr val="windowText" lastClr="000000"/>
            </a:solidFill>
          </a:ln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Word2</a:t>
            </a:r>
            <a:b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Vec</a:t>
            </a:r>
          </a:p>
        </p:txBody>
      </p:sp>
      <p:graphicFrame>
        <p:nvGraphicFramePr>
          <p:cNvPr id="161" name="표 160">
            <a:extLst>
              <a:ext uri="{FF2B5EF4-FFF2-40B4-BE49-F238E27FC236}">
                <a16:creationId xmlns:a16="http://schemas.microsoft.com/office/drawing/2014/main" id="{A4B582A9-0B44-5419-44C1-69FF661D7D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951278"/>
              </p:ext>
            </p:extLst>
          </p:nvPr>
        </p:nvGraphicFramePr>
        <p:xfrm>
          <a:off x="4463692" y="3965147"/>
          <a:ext cx="1047055" cy="228600"/>
        </p:xfrm>
        <a:graphic>
          <a:graphicData uri="http://schemas.openxmlformats.org/drawingml/2006/table">
            <a:tbl>
              <a:tblPr firstRow="1" bandRow="1"/>
              <a:tblGrid>
                <a:gridCol w="208280">
                  <a:extLst>
                    <a:ext uri="{9D8B030D-6E8A-4147-A177-3AD203B41FA5}">
                      <a16:colId xmlns:a16="http://schemas.microsoft.com/office/drawing/2014/main" val="2043319708"/>
                    </a:ext>
                  </a:extLst>
                </a:gridCol>
                <a:gridCol w="210542">
                  <a:extLst>
                    <a:ext uri="{9D8B030D-6E8A-4147-A177-3AD203B41FA5}">
                      <a16:colId xmlns:a16="http://schemas.microsoft.com/office/drawing/2014/main" val="740334181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949801005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479993099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871002356"/>
                    </a:ext>
                  </a:extLst>
                </a:gridCol>
              </a:tblGrid>
              <a:tr h="191392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E2E2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E9A9A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E2E2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12525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E9A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997352"/>
                  </a:ext>
                </a:extLst>
              </a:tr>
            </a:tbl>
          </a:graphicData>
        </a:graphic>
      </p:graphicFrame>
      <p:graphicFrame>
        <p:nvGraphicFramePr>
          <p:cNvPr id="162" name="표 161">
            <a:extLst>
              <a:ext uri="{FF2B5EF4-FFF2-40B4-BE49-F238E27FC236}">
                <a16:creationId xmlns:a16="http://schemas.microsoft.com/office/drawing/2014/main" id="{BCAE7BDF-C451-193C-B8A1-A8B99ED247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4786951"/>
              </p:ext>
            </p:extLst>
          </p:nvPr>
        </p:nvGraphicFramePr>
        <p:xfrm>
          <a:off x="4463692" y="4980350"/>
          <a:ext cx="1047055" cy="228600"/>
        </p:xfrm>
        <a:graphic>
          <a:graphicData uri="http://schemas.openxmlformats.org/drawingml/2006/table">
            <a:tbl>
              <a:tblPr firstRow="1" bandRow="1"/>
              <a:tblGrid>
                <a:gridCol w="208280">
                  <a:extLst>
                    <a:ext uri="{9D8B030D-6E8A-4147-A177-3AD203B41FA5}">
                      <a16:colId xmlns:a16="http://schemas.microsoft.com/office/drawing/2014/main" val="2043319708"/>
                    </a:ext>
                  </a:extLst>
                </a:gridCol>
                <a:gridCol w="210542">
                  <a:extLst>
                    <a:ext uri="{9D8B030D-6E8A-4147-A177-3AD203B41FA5}">
                      <a16:colId xmlns:a16="http://schemas.microsoft.com/office/drawing/2014/main" val="740334181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949801005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479993099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871002356"/>
                    </a:ext>
                  </a:extLst>
                </a:gridCol>
              </a:tblGrid>
              <a:tr h="191392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7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60000"/>
                        <a:lumOff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997352"/>
                  </a:ext>
                </a:extLst>
              </a:tr>
            </a:tbl>
          </a:graphicData>
        </a:graphic>
      </p:graphicFrame>
      <p:sp>
        <p:nvSpPr>
          <p:cNvPr id="163" name="화살표: 오른쪽 162">
            <a:extLst>
              <a:ext uri="{FF2B5EF4-FFF2-40B4-BE49-F238E27FC236}">
                <a16:creationId xmlns:a16="http://schemas.microsoft.com/office/drawing/2014/main" id="{FC51E09B-5F73-DB5B-141F-4485E1A01A73}"/>
              </a:ext>
            </a:extLst>
          </p:cNvPr>
          <p:cNvSpPr/>
          <p:nvPr/>
        </p:nvSpPr>
        <p:spPr>
          <a:xfrm>
            <a:off x="5574547" y="3996892"/>
            <a:ext cx="728441" cy="169975"/>
          </a:xfrm>
          <a:prstGeom prst="rightArrow">
            <a:avLst/>
          </a:prstGeom>
          <a:solidFill>
            <a:sysClr val="windowText" lastClr="000000">
              <a:lumMod val="50000"/>
              <a:lumOff val="50000"/>
            </a:sys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grpSp>
        <p:nvGrpSpPr>
          <p:cNvPr id="221" name="그룹 220">
            <a:extLst>
              <a:ext uri="{FF2B5EF4-FFF2-40B4-BE49-F238E27FC236}">
                <a16:creationId xmlns:a16="http://schemas.microsoft.com/office/drawing/2014/main" id="{6B2375CB-E80D-F31A-7005-9323160A99BA}"/>
              </a:ext>
            </a:extLst>
          </p:cNvPr>
          <p:cNvGrpSpPr/>
          <p:nvPr/>
        </p:nvGrpSpPr>
        <p:grpSpPr>
          <a:xfrm>
            <a:off x="5676474" y="3652127"/>
            <a:ext cx="455063" cy="548672"/>
            <a:chOff x="5676474" y="3652127"/>
            <a:chExt cx="455063" cy="548672"/>
          </a:xfrm>
        </p:grpSpPr>
        <p:pic>
          <p:nvPicPr>
            <p:cNvPr id="165" name="그림 164">
              <a:extLst>
                <a:ext uri="{FF2B5EF4-FFF2-40B4-BE49-F238E27FC236}">
                  <a16:creationId xmlns:a16="http://schemas.microsoft.com/office/drawing/2014/main" id="{474B2B8F-FB10-047D-ACBE-F752CD7E06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61204" y="3652127"/>
              <a:ext cx="285601" cy="252000"/>
            </a:xfrm>
            <a:prstGeom prst="rect">
              <a:avLst/>
            </a:prstGeom>
          </p:spPr>
        </p:pic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F642DFB4-42A6-DDF8-39E9-4092F9DD195B}"/>
                </a:ext>
              </a:extLst>
            </p:cNvPr>
            <p:cNvSpPr txBox="1"/>
            <p:nvPr/>
          </p:nvSpPr>
          <p:spPr>
            <a:xfrm>
              <a:off x="5676474" y="3954578"/>
              <a:ext cx="455063" cy="246221"/>
            </a:xfrm>
            <a:prstGeom prst="rect">
              <a:avLst/>
            </a:prstGeom>
            <a:solidFill>
              <a:sysClr val="window" lastClr="FFFFFF"/>
            </a:solidFill>
            <a:ln>
              <a:solidFill>
                <a:sysClr val="windowText" lastClr="000000"/>
              </a:solidFill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LR</a:t>
              </a:r>
            </a:p>
          </p:txBody>
        </p:sp>
      </p:grpSp>
      <p:cxnSp>
        <p:nvCxnSpPr>
          <p:cNvPr id="167" name="연결선: 꺾임 166">
            <a:extLst>
              <a:ext uri="{FF2B5EF4-FFF2-40B4-BE49-F238E27FC236}">
                <a16:creationId xmlns:a16="http://schemas.microsoft.com/office/drawing/2014/main" id="{71EF0E9F-5DA7-5A43-0277-FC977EFDB09C}"/>
              </a:ext>
            </a:extLst>
          </p:cNvPr>
          <p:cNvCxnSpPr>
            <a:cxnSpLocks/>
            <a:stCxn id="152" idx="2"/>
            <a:endCxn id="146" idx="0"/>
          </p:cNvCxnSpPr>
          <p:nvPr/>
        </p:nvCxnSpPr>
        <p:spPr>
          <a:xfrm rot="5400000">
            <a:off x="4650211" y="2992738"/>
            <a:ext cx="476948" cy="3422687"/>
          </a:xfrm>
          <a:prstGeom prst="bentConnector3">
            <a:avLst>
              <a:gd name="adj1" fmla="val 50000"/>
            </a:avLst>
          </a:prstGeom>
          <a:noFill/>
          <a:ln w="2857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화살표: 오른쪽 167">
            <a:extLst>
              <a:ext uri="{FF2B5EF4-FFF2-40B4-BE49-F238E27FC236}">
                <a16:creationId xmlns:a16="http://schemas.microsoft.com/office/drawing/2014/main" id="{0D519E1F-92CB-CC0A-75C4-91E73EB25CB3}"/>
              </a:ext>
            </a:extLst>
          </p:cNvPr>
          <p:cNvSpPr/>
          <p:nvPr/>
        </p:nvSpPr>
        <p:spPr>
          <a:xfrm>
            <a:off x="5600339" y="4889344"/>
            <a:ext cx="1025297" cy="169975"/>
          </a:xfrm>
          <a:prstGeom prst="rightArrow">
            <a:avLst/>
          </a:prstGeom>
          <a:solidFill>
            <a:sysClr val="windowText" lastClr="000000">
              <a:lumMod val="50000"/>
              <a:lumOff val="50000"/>
            </a:sys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69" name="화살표: 오른쪽 168">
            <a:extLst>
              <a:ext uri="{FF2B5EF4-FFF2-40B4-BE49-F238E27FC236}">
                <a16:creationId xmlns:a16="http://schemas.microsoft.com/office/drawing/2014/main" id="{3AC6154A-13DA-353F-EE9E-3D928A2047E9}"/>
              </a:ext>
            </a:extLst>
          </p:cNvPr>
          <p:cNvSpPr/>
          <p:nvPr/>
        </p:nvSpPr>
        <p:spPr>
          <a:xfrm>
            <a:off x="5600339" y="5199804"/>
            <a:ext cx="1025297" cy="169975"/>
          </a:xfrm>
          <a:prstGeom prst="rightArrow">
            <a:avLst/>
          </a:prstGeom>
          <a:solidFill>
            <a:sysClr val="windowText" lastClr="000000">
              <a:lumMod val="50000"/>
              <a:lumOff val="50000"/>
            </a:sys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grpSp>
        <p:nvGrpSpPr>
          <p:cNvPr id="220" name="그룹 219">
            <a:extLst>
              <a:ext uri="{FF2B5EF4-FFF2-40B4-BE49-F238E27FC236}">
                <a16:creationId xmlns:a16="http://schemas.microsoft.com/office/drawing/2014/main" id="{7FD7F7F1-A829-14C3-9C45-28EC61A8A495}"/>
              </a:ext>
            </a:extLst>
          </p:cNvPr>
          <p:cNvGrpSpPr/>
          <p:nvPr/>
        </p:nvGrpSpPr>
        <p:grpSpPr>
          <a:xfrm>
            <a:off x="5632577" y="4841574"/>
            <a:ext cx="791747" cy="252000"/>
            <a:chOff x="5632577" y="4841574"/>
            <a:chExt cx="791747" cy="252000"/>
          </a:xfrm>
        </p:grpSpPr>
        <p:pic>
          <p:nvPicPr>
            <p:cNvPr id="171" name="그림 170">
              <a:extLst>
                <a:ext uri="{FF2B5EF4-FFF2-40B4-BE49-F238E27FC236}">
                  <a16:creationId xmlns:a16="http://schemas.microsoft.com/office/drawing/2014/main" id="{1AC9D234-333C-3E80-6170-316280D2F5D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32577" y="4841574"/>
              <a:ext cx="285601" cy="252000"/>
            </a:xfrm>
            <a:prstGeom prst="rect">
              <a:avLst/>
            </a:prstGeom>
          </p:spPr>
        </p:pic>
        <p:sp>
          <p:nvSpPr>
            <p:cNvPr id="172" name="TextBox 171">
              <a:extLst>
                <a:ext uri="{FF2B5EF4-FFF2-40B4-BE49-F238E27FC236}">
                  <a16:creationId xmlns:a16="http://schemas.microsoft.com/office/drawing/2014/main" id="{11EA58D3-8810-DC6D-6C10-FE537A8BD067}"/>
                </a:ext>
              </a:extLst>
            </p:cNvPr>
            <p:cNvSpPr txBox="1"/>
            <p:nvPr/>
          </p:nvSpPr>
          <p:spPr>
            <a:xfrm>
              <a:off x="5969261" y="4843057"/>
              <a:ext cx="455063" cy="246221"/>
            </a:xfrm>
            <a:prstGeom prst="rect">
              <a:avLst/>
            </a:prstGeom>
            <a:solidFill>
              <a:sysClr val="window" lastClr="FFFFFF"/>
            </a:solidFill>
            <a:ln>
              <a:solidFill>
                <a:sysClr val="windowText" lastClr="000000"/>
              </a:solidFill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NN</a:t>
              </a:r>
              <a:r>
                <a:rPr kumimoji="0" lang="en-US" sz="16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</p:grpSp>
      <p:grpSp>
        <p:nvGrpSpPr>
          <p:cNvPr id="219" name="그룹 218">
            <a:extLst>
              <a:ext uri="{FF2B5EF4-FFF2-40B4-BE49-F238E27FC236}">
                <a16:creationId xmlns:a16="http://schemas.microsoft.com/office/drawing/2014/main" id="{63951E1F-46B6-6A27-34BC-26A7587771B9}"/>
              </a:ext>
            </a:extLst>
          </p:cNvPr>
          <p:cNvGrpSpPr/>
          <p:nvPr/>
        </p:nvGrpSpPr>
        <p:grpSpPr>
          <a:xfrm>
            <a:off x="5632577" y="5153625"/>
            <a:ext cx="791747" cy="252000"/>
            <a:chOff x="5632577" y="5153625"/>
            <a:chExt cx="791747" cy="252000"/>
          </a:xfrm>
        </p:grpSpPr>
        <p:pic>
          <p:nvPicPr>
            <p:cNvPr id="174" name="그림 173">
              <a:extLst>
                <a:ext uri="{FF2B5EF4-FFF2-40B4-BE49-F238E27FC236}">
                  <a16:creationId xmlns:a16="http://schemas.microsoft.com/office/drawing/2014/main" id="{EE0555CD-94A5-3F82-E68F-BC7D3C5BDC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32577" y="5153625"/>
              <a:ext cx="285601" cy="252000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4D43B108-9A5F-DF11-192C-A4438C6DB08F}"/>
                </a:ext>
              </a:extLst>
            </p:cNvPr>
            <p:cNvSpPr txBox="1"/>
            <p:nvPr/>
          </p:nvSpPr>
          <p:spPr>
            <a:xfrm>
              <a:off x="5969261" y="5155773"/>
              <a:ext cx="455063" cy="246221"/>
            </a:xfrm>
            <a:prstGeom prst="rect">
              <a:avLst/>
            </a:prstGeom>
            <a:solidFill>
              <a:sysClr val="window" lastClr="FFFFFF"/>
            </a:solidFill>
            <a:ln>
              <a:solidFill>
                <a:sysClr val="windowText" lastClr="000000"/>
              </a:solidFill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NN</a:t>
              </a:r>
              <a:r>
                <a:rPr kumimoji="0" lang="en-US" sz="16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2</a:t>
              </a: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</p:grpSp>
      <p:sp>
        <p:nvSpPr>
          <p:cNvPr id="176" name="TextBox 175">
            <a:extLst>
              <a:ext uri="{FF2B5EF4-FFF2-40B4-BE49-F238E27FC236}">
                <a16:creationId xmlns:a16="http://schemas.microsoft.com/office/drawing/2014/main" id="{6300536E-031E-FE9B-3FB0-CFCB27FABD09}"/>
              </a:ext>
            </a:extLst>
          </p:cNvPr>
          <p:cNvSpPr txBox="1"/>
          <p:nvPr/>
        </p:nvSpPr>
        <p:spPr>
          <a:xfrm>
            <a:off x="6637559" y="5108328"/>
            <a:ext cx="34505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W</a:t>
            </a:r>
            <a:r>
              <a:rPr lang="en-US" sz="1600" baseline="-25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2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50C949BC-4618-5CD8-618D-0549CD2FF4E2}"/>
              </a:ext>
            </a:extLst>
          </p:cNvPr>
          <p:cNvSpPr txBox="1"/>
          <p:nvPr/>
        </p:nvSpPr>
        <p:spPr>
          <a:xfrm>
            <a:off x="7066433" y="3066322"/>
            <a:ext cx="2654451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atinLnBrk="0"/>
            <a:r>
              <a:rPr lang="en-US" sz="1600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Interaction-Adaptive Clamping </a:t>
            </a:r>
            <a:r>
              <a:rPr lang="en-US" altLang="ko-KR" sz="1600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(§4.4)</a:t>
            </a:r>
            <a:endParaRPr lang="en-US" sz="1600" b="1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7446362F-36A4-7A6B-8273-E5E24F625C12}"/>
              </a:ext>
            </a:extLst>
          </p:cNvPr>
          <p:cNvCxnSpPr>
            <a:cxnSpLocks/>
          </p:cNvCxnSpPr>
          <p:nvPr/>
        </p:nvCxnSpPr>
        <p:spPr>
          <a:xfrm>
            <a:off x="7075359" y="4296866"/>
            <a:ext cx="2590990" cy="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E8FD05EB-84EC-DF0E-4077-6B6BD6CD5761}"/>
              </a:ext>
            </a:extLst>
          </p:cNvPr>
          <p:cNvSpPr txBox="1"/>
          <p:nvPr/>
        </p:nvSpPr>
        <p:spPr>
          <a:xfrm>
            <a:off x="9028387" y="4036206"/>
            <a:ext cx="65202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Time</a:t>
            </a:r>
          </a:p>
        </p:txBody>
      </p:sp>
      <p:sp>
        <p:nvSpPr>
          <p:cNvPr id="180" name="사각형: 둥근 모서리 179">
            <a:extLst>
              <a:ext uri="{FF2B5EF4-FFF2-40B4-BE49-F238E27FC236}">
                <a16:creationId xmlns:a16="http://schemas.microsoft.com/office/drawing/2014/main" id="{E8897DAB-5428-E964-FFD2-ED5D4D3F17B9}"/>
              </a:ext>
            </a:extLst>
          </p:cNvPr>
          <p:cNvSpPr/>
          <p:nvPr/>
        </p:nvSpPr>
        <p:spPr>
          <a:xfrm>
            <a:off x="7107170" y="4374323"/>
            <a:ext cx="1217474" cy="208118"/>
          </a:xfrm>
          <a:prstGeom prst="roundRect">
            <a:avLst/>
          </a:prstGeom>
          <a:solidFill>
            <a:srgbClr val="00206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1" name="사각형: 둥근 모서리 180">
            <a:extLst>
              <a:ext uri="{FF2B5EF4-FFF2-40B4-BE49-F238E27FC236}">
                <a16:creationId xmlns:a16="http://schemas.microsoft.com/office/drawing/2014/main" id="{73E4DF39-89B6-CECD-4045-4B23058E317B}"/>
              </a:ext>
            </a:extLst>
          </p:cNvPr>
          <p:cNvSpPr/>
          <p:nvPr/>
        </p:nvSpPr>
        <p:spPr>
          <a:xfrm>
            <a:off x="8352862" y="4374323"/>
            <a:ext cx="568370" cy="208118"/>
          </a:xfrm>
          <a:prstGeom prst="roundRect">
            <a:avLst/>
          </a:prstGeom>
          <a:solidFill>
            <a:srgbClr val="70AD47">
              <a:lumMod val="5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2" name="사각형: 둥근 모서리 181">
            <a:extLst>
              <a:ext uri="{FF2B5EF4-FFF2-40B4-BE49-F238E27FC236}">
                <a16:creationId xmlns:a16="http://schemas.microsoft.com/office/drawing/2014/main" id="{924004AF-4C2B-3C7B-3A5A-FADBCB272560}"/>
              </a:ext>
            </a:extLst>
          </p:cNvPr>
          <p:cNvSpPr/>
          <p:nvPr/>
        </p:nvSpPr>
        <p:spPr>
          <a:xfrm>
            <a:off x="8949450" y="4374323"/>
            <a:ext cx="716899" cy="208118"/>
          </a:xfrm>
          <a:prstGeom prst="roundRect">
            <a:avLst/>
          </a:prstGeom>
          <a:solidFill>
            <a:srgbClr val="00206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3" name="사각형: 둥근 모서리 182">
            <a:extLst>
              <a:ext uri="{FF2B5EF4-FFF2-40B4-BE49-F238E27FC236}">
                <a16:creationId xmlns:a16="http://schemas.microsoft.com/office/drawing/2014/main" id="{D2105C90-DC83-76C8-D605-B73247E36EC4}"/>
              </a:ext>
            </a:extLst>
          </p:cNvPr>
          <p:cNvSpPr/>
          <p:nvPr/>
        </p:nvSpPr>
        <p:spPr>
          <a:xfrm>
            <a:off x="7173537" y="3683059"/>
            <a:ext cx="213411" cy="208118"/>
          </a:xfrm>
          <a:prstGeom prst="roundRect">
            <a:avLst/>
          </a:prstGeom>
          <a:solidFill>
            <a:srgbClr val="00206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D72A16C6-D2FB-D6CA-9EC4-CC40F0C4D283}"/>
              </a:ext>
            </a:extLst>
          </p:cNvPr>
          <p:cNvSpPr txBox="1"/>
          <p:nvPr/>
        </p:nvSpPr>
        <p:spPr>
          <a:xfrm>
            <a:off x="7416107" y="3659518"/>
            <a:ext cx="1383698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Non-interactive</a:t>
            </a:r>
          </a:p>
        </p:txBody>
      </p: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F78393A4-147C-0266-241E-65BC7C5DBEB8}"/>
              </a:ext>
            </a:extLst>
          </p:cNvPr>
          <p:cNvSpPr/>
          <p:nvPr/>
        </p:nvSpPr>
        <p:spPr>
          <a:xfrm>
            <a:off x="7171891" y="3921484"/>
            <a:ext cx="213411" cy="208118"/>
          </a:xfrm>
          <a:prstGeom prst="roundRect">
            <a:avLst/>
          </a:prstGeom>
          <a:solidFill>
            <a:srgbClr val="70AD47">
              <a:lumMod val="5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D2CD97BF-896C-5415-1AEC-83C145369B5B}"/>
              </a:ext>
            </a:extLst>
          </p:cNvPr>
          <p:cNvSpPr txBox="1"/>
          <p:nvPr/>
        </p:nvSpPr>
        <p:spPr>
          <a:xfrm>
            <a:off x="7330305" y="3897943"/>
            <a:ext cx="1107264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Interactive</a:t>
            </a: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7755B6B9-F057-72C9-9FF0-B490D07224B9}"/>
              </a:ext>
            </a:extLst>
          </p:cNvPr>
          <p:cNvSpPr txBox="1"/>
          <p:nvPr/>
        </p:nvSpPr>
        <p:spPr>
          <a:xfrm>
            <a:off x="7315627" y="4611928"/>
            <a:ext cx="80055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W</a:t>
            </a:r>
            <a:r>
              <a:rPr lang="en-US" sz="1600" baseline="-25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1</a:t>
            </a: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B3B99CB8-9AC4-9159-2A3C-EACEFB0326C8}"/>
              </a:ext>
            </a:extLst>
          </p:cNvPr>
          <p:cNvSpPr txBox="1"/>
          <p:nvPr/>
        </p:nvSpPr>
        <p:spPr>
          <a:xfrm>
            <a:off x="8921231" y="4611928"/>
            <a:ext cx="80055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W</a:t>
            </a:r>
            <a:r>
              <a:rPr lang="en-US" sz="1600" baseline="-25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1</a:t>
            </a: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1F69884C-449F-B5B0-3964-E556DA080899}"/>
              </a:ext>
            </a:extLst>
          </p:cNvPr>
          <p:cNvSpPr txBox="1"/>
          <p:nvPr/>
        </p:nvSpPr>
        <p:spPr>
          <a:xfrm>
            <a:off x="8252288" y="4618484"/>
            <a:ext cx="80055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W</a:t>
            </a:r>
            <a:r>
              <a:rPr lang="en-US" sz="1600" baseline="-25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2</a:t>
            </a:r>
          </a:p>
        </p:txBody>
      </p:sp>
      <p:cxnSp>
        <p:nvCxnSpPr>
          <p:cNvPr id="190" name="직선 화살표 연결선 189">
            <a:extLst>
              <a:ext uri="{FF2B5EF4-FFF2-40B4-BE49-F238E27FC236}">
                <a16:creationId xmlns:a16="http://schemas.microsoft.com/office/drawing/2014/main" id="{D47C5658-3A13-584A-C238-FF74294B4B6A}"/>
              </a:ext>
            </a:extLst>
          </p:cNvPr>
          <p:cNvCxnSpPr/>
          <p:nvPr/>
        </p:nvCxnSpPr>
        <p:spPr>
          <a:xfrm>
            <a:off x="8652568" y="4582440"/>
            <a:ext cx="0" cy="9144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1" name="직선 화살표 연결선 190">
            <a:extLst>
              <a:ext uri="{FF2B5EF4-FFF2-40B4-BE49-F238E27FC236}">
                <a16:creationId xmlns:a16="http://schemas.microsoft.com/office/drawing/2014/main" id="{C352DA1A-E793-F501-45DD-DCE25F0D31BD}"/>
              </a:ext>
            </a:extLst>
          </p:cNvPr>
          <p:cNvCxnSpPr/>
          <p:nvPr/>
        </p:nvCxnSpPr>
        <p:spPr>
          <a:xfrm>
            <a:off x="9303820" y="4582440"/>
            <a:ext cx="0" cy="9144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2" name="직선 화살표 연결선 191">
            <a:extLst>
              <a:ext uri="{FF2B5EF4-FFF2-40B4-BE49-F238E27FC236}">
                <a16:creationId xmlns:a16="http://schemas.microsoft.com/office/drawing/2014/main" id="{AE7789B3-30B8-F68D-B617-5EE216A24EA3}"/>
              </a:ext>
            </a:extLst>
          </p:cNvPr>
          <p:cNvCxnSpPr/>
          <p:nvPr/>
        </p:nvCxnSpPr>
        <p:spPr>
          <a:xfrm>
            <a:off x="7715906" y="4582440"/>
            <a:ext cx="0" cy="9144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3" name="직선 화살표 연결선 192">
            <a:extLst>
              <a:ext uri="{FF2B5EF4-FFF2-40B4-BE49-F238E27FC236}">
                <a16:creationId xmlns:a16="http://schemas.microsoft.com/office/drawing/2014/main" id="{7A87F80B-484E-14A6-6ED1-5BD6B8D0708E}"/>
              </a:ext>
            </a:extLst>
          </p:cNvPr>
          <p:cNvCxnSpPr/>
          <p:nvPr/>
        </p:nvCxnSpPr>
        <p:spPr>
          <a:xfrm>
            <a:off x="8652568" y="4891220"/>
            <a:ext cx="0" cy="9144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4" name="직선 화살표 연결선 193">
            <a:extLst>
              <a:ext uri="{FF2B5EF4-FFF2-40B4-BE49-F238E27FC236}">
                <a16:creationId xmlns:a16="http://schemas.microsoft.com/office/drawing/2014/main" id="{5703366D-7F29-901C-7E53-B2EA09C33ED7}"/>
              </a:ext>
            </a:extLst>
          </p:cNvPr>
          <p:cNvCxnSpPr/>
          <p:nvPr/>
        </p:nvCxnSpPr>
        <p:spPr>
          <a:xfrm>
            <a:off x="9303820" y="4891220"/>
            <a:ext cx="0" cy="9144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5" name="직선 화살표 연결선 194">
            <a:extLst>
              <a:ext uri="{FF2B5EF4-FFF2-40B4-BE49-F238E27FC236}">
                <a16:creationId xmlns:a16="http://schemas.microsoft.com/office/drawing/2014/main" id="{C385F6FB-93AB-DB47-12C4-092B54233760}"/>
              </a:ext>
            </a:extLst>
          </p:cNvPr>
          <p:cNvCxnSpPr>
            <a:cxnSpLocks/>
          </p:cNvCxnSpPr>
          <p:nvPr/>
        </p:nvCxnSpPr>
        <p:spPr>
          <a:xfrm>
            <a:off x="7715906" y="4891220"/>
            <a:ext cx="0" cy="9144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  <a:tailEnd type="triangle"/>
          </a:ln>
          <a:effectLst/>
        </p:spPr>
      </p:cxnSp>
      <p:sp>
        <p:nvSpPr>
          <p:cNvPr id="196" name="화살표: 오른쪽 195">
            <a:extLst>
              <a:ext uri="{FF2B5EF4-FFF2-40B4-BE49-F238E27FC236}">
                <a16:creationId xmlns:a16="http://schemas.microsoft.com/office/drawing/2014/main" id="{E9AE6837-F622-4A1B-CC03-1ECB3C859A3D}"/>
              </a:ext>
            </a:extLst>
          </p:cNvPr>
          <p:cNvSpPr/>
          <p:nvPr/>
        </p:nvSpPr>
        <p:spPr>
          <a:xfrm>
            <a:off x="4933950" y="1704960"/>
            <a:ext cx="1748310" cy="216199"/>
          </a:xfrm>
          <a:prstGeom prst="rightArrow">
            <a:avLst/>
          </a:prstGeom>
          <a:solidFill>
            <a:sysClr val="windowText" lastClr="000000">
              <a:lumMod val="50000"/>
              <a:lumOff val="50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7" name="화살표: 오른쪽 196">
            <a:extLst>
              <a:ext uri="{FF2B5EF4-FFF2-40B4-BE49-F238E27FC236}">
                <a16:creationId xmlns:a16="http://schemas.microsoft.com/office/drawing/2014/main" id="{EC1746D7-A0CC-41B0-135D-291E4900EB72}"/>
              </a:ext>
            </a:extLst>
          </p:cNvPr>
          <p:cNvSpPr/>
          <p:nvPr/>
        </p:nvSpPr>
        <p:spPr>
          <a:xfrm>
            <a:off x="4933950" y="1941684"/>
            <a:ext cx="1748310" cy="216199"/>
          </a:xfrm>
          <a:prstGeom prst="rightArrow">
            <a:avLst/>
          </a:prstGeom>
          <a:solidFill>
            <a:sysClr val="windowText" lastClr="000000">
              <a:lumMod val="50000"/>
              <a:lumOff val="50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8" name="화살표: 오른쪽 197">
            <a:extLst>
              <a:ext uri="{FF2B5EF4-FFF2-40B4-BE49-F238E27FC236}">
                <a16:creationId xmlns:a16="http://schemas.microsoft.com/office/drawing/2014/main" id="{1A7C4434-7740-26FE-7209-99919D0F662F}"/>
              </a:ext>
            </a:extLst>
          </p:cNvPr>
          <p:cNvSpPr/>
          <p:nvPr/>
        </p:nvSpPr>
        <p:spPr>
          <a:xfrm>
            <a:off x="4933950" y="2403481"/>
            <a:ext cx="1748310" cy="216199"/>
          </a:xfrm>
          <a:prstGeom prst="rightArrow">
            <a:avLst/>
          </a:prstGeom>
          <a:solidFill>
            <a:sysClr val="windowText" lastClr="000000">
              <a:lumMod val="50000"/>
              <a:lumOff val="50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2D5C625D-5D83-3A11-778A-4BA54C9286B0}"/>
              </a:ext>
            </a:extLst>
          </p:cNvPr>
          <p:cNvSpPr txBox="1"/>
          <p:nvPr/>
        </p:nvSpPr>
        <p:spPr>
          <a:xfrm>
            <a:off x="5238029" y="1664793"/>
            <a:ext cx="1074696" cy="972000"/>
          </a:xfrm>
          <a:prstGeom prst="rect">
            <a:avLst/>
          </a:prstGeom>
          <a:solidFill>
            <a:sysClr val="window" lastClr="FFFFFF"/>
          </a:solidFill>
          <a:ln>
            <a:solidFill>
              <a:sysClr val="windowText" lastClr="000000"/>
            </a:solidFill>
          </a:ln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Word2Vec</a:t>
            </a:r>
          </a:p>
        </p:txBody>
      </p:sp>
      <p:graphicFrame>
        <p:nvGraphicFramePr>
          <p:cNvPr id="200" name="표 199">
            <a:extLst>
              <a:ext uri="{FF2B5EF4-FFF2-40B4-BE49-F238E27FC236}">
                <a16:creationId xmlns:a16="http://schemas.microsoft.com/office/drawing/2014/main" id="{0307E931-FB67-9ACF-5A6D-E54C483CDD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6336488"/>
              </p:ext>
            </p:extLst>
          </p:nvPr>
        </p:nvGraphicFramePr>
        <p:xfrm>
          <a:off x="6760520" y="1692559"/>
          <a:ext cx="1047055" cy="228600"/>
        </p:xfrm>
        <a:graphic>
          <a:graphicData uri="http://schemas.openxmlformats.org/drawingml/2006/table">
            <a:tbl>
              <a:tblPr firstRow="1" bandRow="1"/>
              <a:tblGrid>
                <a:gridCol w="208280">
                  <a:extLst>
                    <a:ext uri="{9D8B030D-6E8A-4147-A177-3AD203B41FA5}">
                      <a16:colId xmlns:a16="http://schemas.microsoft.com/office/drawing/2014/main" val="2043319708"/>
                    </a:ext>
                  </a:extLst>
                </a:gridCol>
                <a:gridCol w="210542">
                  <a:extLst>
                    <a:ext uri="{9D8B030D-6E8A-4147-A177-3AD203B41FA5}">
                      <a16:colId xmlns:a16="http://schemas.microsoft.com/office/drawing/2014/main" val="740334181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949801005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479993099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871002356"/>
                    </a:ext>
                  </a:extLst>
                </a:gridCol>
              </a:tblGrid>
              <a:tr h="191392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5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2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997352"/>
                  </a:ext>
                </a:extLst>
              </a:tr>
            </a:tbl>
          </a:graphicData>
        </a:graphic>
      </p:graphicFrame>
      <p:graphicFrame>
        <p:nvGraphicFramePr>
          <p:cNvPr id="201" name="표 200">
            <a:extLst>
              <a:ext uri="{FF2B5EF4-FFF2-40B4-BE49-F238E27FC236}">
                <a16:creationId xmlns:a16="http://schemas.microsoft.com/office/drawing/2014/main" id="{FFB03D01-E97F-8E75-7C0E-98A37883BF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21500"/>
              </p:ext>
            </p:extLst>
          </p:nvPr>
        </p:nvGraphicFramePr>
        <p:xfrm>
          <a:off x="6760520" y="1946447"/>
          <a:ext cx="1047055" cy="228600"/>
        </p:xfrm>
        <a:graphic>
          <a:graphicData uri="http://schemas.openxmlformats.org/drawingml/2006/table">
            <a:tbl>
              <a:tblPr firstRow="1" bandRow="1"/>
              <a:tblGrid>
                <a:gridCol w="208280">
                  <a:extLst>
                    <a:ext uri="{9D8B030D-6E8A-4147-A177-3AD203B41FA5}">
                      <a16:colId xmlns:a16="http://schemas.microsoft.com/office/drawing/2014/main" val="2043319708"/>
                    </a:ext>
                  </a:extLst>
                </a:gridCol>
                <a:gridCol w="210542">
                  <a:extLst>
                    <a:ext uri="{9D8B030D-6E8A-4147-A177-3AD203B41FA5}">
                      <a16:colId xmlns:a16="http://schemas.microsoft.com/office/drawing/2014/main" val="740334181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949801005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479993099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871002356"/>
                    </a:ext>
                  </a:extLst>
                </a:gridCol>
              </a:tblGrid>
              <a:tr h="191392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5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2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997352"/>
                  </a:ext>
                </a:extLst>
              </a:tr>
            </a:tbl>
          </a:graphicData>
        </a:graphic>
      </p:graphicFrame>
      <p:graphicFrame>
        <p:nvGraphicFramePr>
          <p:cNvPr id="202" name="표 201">
            <a:extLst>
              <a:ext uri="{FF2B5EF4-FFF2-40B4-BE49-F238E27FC236}">
                <a16:creationId xmlns:a16="http://schemas.microsoft.com/office/drawing/2014/main" id="{D5E744AA-269D-C239-F68B-6C5FD9D816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5511432"/>
              </p:ext>
            </p:extLst>
          </p:nvPr>
        </p:nvGraphicFramePr>
        <p:xfrm>
          <a:off x="6760520" y="2402090"/>
          <a:ext cx="1047055" cy="228600"/>
        </p:xfrm>
        <a:graphic>
          <a:graphicData uri="http://schemas.openxmlformats.org/drawingml/2006/table">
            <a:tbl>
              <a:tblPr firstRow="1" bandRow="1"/>
              <a:tblGrid>
                <a:gridCol w="208280">
                  <a:extLst>
                    <a:ext uri="{9D8B030D-6E8A-4147-A177-3AD203B41FA5}">
                      <a16:colId xmlns:a16="http://schemas.microsoft.com/office/drawing/2014/main" val="2043319708"/>
                    </a:ext>
                  </a:extLst>
                </a:gridCol>
                <a:gridCol w="210542">
                  <a:extLst>
                    <a:ext uri="{9D8B030D-6E8A-4147-A177-3AD203B41FA5}">
                      <a16:colId xmlns:a16="http://schemas.microsoft.com/office/drawing/2014/main" val="740334181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949801005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479993099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871002356"/>
                    </a:ext>
                  </a:extLst>
                </a:gridCol>
              </a:tblGrid>
              <a:tr h="191392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5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2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997352"/>
                  </a:ext>
                </a:extLst>
              </a:tr>
            </a:tbl>
          </a:graphicData>
        </a:graphic>
      </p:graphicFrame>
      <p:sp>
        <p:nvSpPr>
          <p:cNvPr id="203" name="TextBox 202">
            <a:extLst>
              <a:ext uri="{FF2B5EF4-FFF2-40B4-BE49-F238E27FC236}">
                <a16:creationId xmlns:a16="http://schemas.microsoft.com/office/drawing/2014/main" id="{7A68E002-98CF-E335-3152-F4E116ABC3CA}"/>
              </a:ext>
            </a:extLst>
          </p:cNvPr>
          <p:cNvSpPr txBox="1"/>
          <p:nvPr/>
        </p:nvSpPr>
        <p:spPr>
          <a:xfrm>
            <a:off x="6277224" y="2690664"/>
            <a:ext cx="195230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Embedding vectors</a:t>
            </a:r>
          </a:p>
        </p:txBody>
      </p:sp>
      <p:sp>
        <p:nvSpPr>
          <p:cNvPr id="204" name="오른쪽 중괄호 203">
            <a:extLst>
              <a:ext uri="{FF2B5EF4-FFF2-40B4-BE49-F238E27FC236}">
                <a16:creationId xmlns:a16="http://schemas.microsoft.com/office/drawing/2014/main" id="{DD032063-B250-F559-B6B7-208DA8901AD3}"/>
              </a:ext>
            </a:extLst>
          </p:cNvPr>
          <p:cNvSpPr/>
          <p:nvPr/>
        </p:nvSpPr>
        <p:spPr>
          <a:xfrm>
            <a:off x="7885835" y="1714812"/>
            <a:ext cx="330661" cy="905194"/>
          </a:xfrm>
          <a:prstGeom prst="rightBrace">
            <a:avLst/>
          </a:prstGeom>
          <a:noFill/>
          <a:ln w="381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E564243C-35D1-7FCB-42FE-5673802B4A19}"/>
              </a:ext>
            </a:extLst>
          </p:cNvPr>
          <p:cNvSpPr txBox="1"/>
          <p:nvPr/>
        </p:nvSpPr>
        <p:spPr>
          <a:xfrm>
            <a:off x="8081659" y="1732973"/>
            <a:ext cx="839572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>
                    <a:lumMod val="50000"/>
                    <a:lumOff val="50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average</a:t>
            </a:r>
          </a:p>
        </p:txBody>
      </p:sp>
      <p:graphicFrame>
        <p:nvGraphicFramePr>
          <p:cNvPr id="206" name="표 205">
            <a:extLst>
              <a:ext uri="{FF2B5EF4-FFF2-40B4-BE49-F238E27FC236}">
                <a16:creationId xmlns:a16="http://schemas.microsoft.com/office/drawing/2014/main" id="{65983384-EE98-4BE5-9BFA-27A9468CCC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1751351"/>
              </p:ext>
            </p:extLst>
          </p:nvPr>
        </p:nvGraphicFramePr>
        <p:xfrm>
          <a:off x="8278021" y="2047960"/>
          <a:ext cx="1047055" cy="228600"/>
        </p:xfrm>
        <a:graphic>
          <a:graphicData uri="http://schemas.openxmlformats.org/drawingml/2006/table">
            <a:tbl>
              <a:tblPr firstRow="1" bandRow="1"/>
              <a:tblGrid>
                <a:gridCol w="208280">
                  <a:extLst>
                    <a:ext uri="{9D8B030D-6E8A-4147-A177-3AD203B41FA5}">
                      <a16:colId xmlns:a16="http://schemas.microsoft.com/office/drawing/2014/main" val="2043319708"/>
                    </a:ext>
                  </a:extLst>
                </a:gridCol>
                <a:gridCol w="210542">
                  <a:extLst>
                    <a:ext uri="{9D8B030D-6E8A-4147-A177-3AD203B41FA5}">
                      <a16:colId xmlns:a16="http://schemas.microsoft.com/office/drawing/2014/main" val="740334181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949801005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479993099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871002356"/>
                    </a:ext>
                  </a:extLst>
                </a:gridCol>
              </a:tblGrid>
              <a:tr h="191392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5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2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997352"/>
                  </a:ext>
                </a:extLst>
              </a:tr>
            </a:tbl>
          </a:graphicData>
        </a:graphic>
      </p:graphicFrame>
      <p:sp>
        <p:nvSpPr>
          <p:cNvPr id="207" name="TextBox 206">
            <a:extLst>
              <a:ext uri="{FF2B5EF4-FFF2-40B4-BE49-F238E27FC236}">
                <a16:creationId xmlns:a16="http://schemas.microsoft.com/office/drawing/2014/main" id="{249D1357-8CEC-A25C-1A36-E62034F81E4E}"/>
              </a:ext>
            </a:extLst>
          </p:cNvPr>
          <p:cNvSpPr txBox="1"/>
          <p:nvPr/>
        </p:nvSpPr>
        <p:spPr>
          <a:xfrm>
            <a:off x="8246564" y="2274100"/>
            <a:ext cx="107469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Final vector</a:t>
            </a:r>
          </a:p>
        </p:txBody>
      </p:sp>
    </p:spTree>
    <p:extLst>
      <p:ext uri="{BB962C8B-B14F-4D97-AF65-F5344CB8AC3E}">
        <p14:creationId xmlns:p14="http://schemas.microsoft.com/office/powerpoint/2010/main" val="40807772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07BDA-D8C4-C2DB-3C44-723AA886C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823254CF-2F2A-6C8D-FEDE-BB056A1B524D}"/>
              </a:ext>
            </a:extLst>
          </p:cNvPr>
          <p:cNvSpPr/>
          <p:nvPr/>
        </p:nvSpPr>
        <p:spPr>
          <a:xfrm>
            <a:off x="2349226" y="1321439"/>
            <a:ext cx="7493548" cy="4215121"/>
          </a:xfrm>
          <a:prstGeom prst="rect">
            <a:avLst/>
          </a:prstGeom>
          <a:solidFill>
            <a:schemeClr val="bg1"/>
          </a:solidFill>
          <a:ln w="5715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761B022-209B-9A90-581D-F907C9E77772}"/>
              </a:ext>
            </a:extLst>
          </p:cNvPr>
          <p:cNvSpPr txBox="1"/>
          <p:nvPr/>
        </p:nvSpPr>
        <p:spPr>
          <a:xfrm>
            <a:off x="152400" y="240944"/>
            <a:ext cx="42194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2023-mobisys-omnilive.png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6060F90E-CB91-6B10-795C-168577A3DD33}"/>
              </a:ext>
            </a:extLst>
          </p:cNvPr>
          <p:cNvCxnSpPr>
            <a:cxnSpLocks/>
          </p:cNvCxnSpPr>
          <p:nvPr/>
        </p:nvCxnSpPr>
        <p:spPr>
          <a:xfrm flipH="1">
            <a:off x="9424988" y="7310449"/>
            <a:ext cx="641253" cy="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5C761F07-C2A8-7202-451A-DBAE2F0AB13E}"/>
              </a:ext>
            </a:extLst>
          </p:cNvPr>
          <p:cNvGrpSpPr/>
          <p:nvPr/>
        </p:nvGrpSpPr>
        <p:grpSpPr>
          <a:xfrm>
            <a:off x="2587832" y="1708419"/>
            <a:ext cx="7047675" cy="3516491"/>
            <a:chOff x="2587832" y="1708419"/>
            <a:chExt cx="7047675" cy="3516491"/>
          </a:xfrm>
        </p:grpSpPr>
        <p:pic>
          <p:nvPicPr>
            <p:cNvPr id="4" name="그림 3" descr="야외, 나무, 의류, 사람이(가) 표시된 사진&#10;&#10;자동 생성된 설명">
              <a:extLst>
                <a:ext uri="{FF2B5EF4-FFF2-40B4-BE49-F238E27FC236}">
                  <a16:creationId xmlns:a16="http://schemas.microsoft.com/office/drawing/2014/main" id="{A68C0AA0-BDEA-656E-736E-C19BA230A53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87832" y="1717453"/>
              <a:ext cx="2438400" cy="1371600"/>
            </a:xfrm>
            <a:prstGeom prst="rect">
              <a:avLst/>
            </a:prstGeom>
          </p:spPr>
        </p:pic>
        <p:pic>
          <p:nvPicPr>
            <p:cNvPr id="5" name="그림 4" descr="야외, 나무, 의류, 사람이(가) 표시된 사진&#10;&#10;자동 생성된 설명">
              <a:extLst>
                <a:ext uri="{FF2B5EF4-FFF2-40B4-BE49-F238E27FC236}">
                  <a16:creationId xmlns:a16="http://schemas.microsoft.com/office/drawing/2014/main" id="{E0A163F2-1981-591C-36C8-22DFECD222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5303" y="1717453"/>
              <a:ext cx="2438400" cy="1371600"/>
            </a:xfrm>
            <a:prstGeom prst="rect">
              <a:avLst/>
            </a:prstGeom>
          </p:spPr>
        </p:pic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6578B6EB-920C-FC8F-2699-C6A3E315E3A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587832" y="3269358"/>
              <a:ext cx="2438400" cy="1371600"/>
            </a:xfrm>
            <a:prstGeom prst="rect">
              <a:avLst/>
            </a:prstGeom>
          </p:spPr>
        </p:pic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ABA05F37-2A11-1BED-15A4-2DC6E6F757B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6215303" y="3242708"/>
              <a:ext cx="2438400" cy="1371600"/>
            </a:xfrm>
            <a:prstGeom prst="rect">
              <a:avLst/>
            </a:prstGeom>
          </p:spPr>
        </p:pic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E25111A7-E46A-F2F9-F316-9D4853CA39AB}"/>
                </a:ext>
              </a:extLst>
            </p:cNvPr>
            <p:cNvSpPr/>
            <p:nvPr/>
          </p:nvSpPr>
          <p:spPr>
            <a:xfrm>
              <a:off x="3750459" y="2205557"/>
              <a:ext cx="457200" cy="457200"/>
            </a:xfrm>
            <a:prstGeom prst="rect">
              <a:avLst/>
            </a:prstGeom>
            <a:noFill/>
            <a:ln w="5715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68" name="그림 67">
              <a:extLst>
                <a:ext uri="{FF2B5EF4-FFF2-40B4-BE49-F238E27FC236}">
                  <a16:creationId xmlns:a16="http://schemas.microsoft.com/office/drawing/2014/main" id="{74AE39B2-A5CD-2532-7C30-C18587E9A2B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597" t="46743" r="31627" b="33359"/>
            <a:stretch/>
          </p:blipFill>
          <p:spPr>
            <a:xfrm>
              <a:off x="4517711" y="3242708"/>
              <a:ext cx="1443051" cy="1371600"/>
            </a:xfrm>
            <a:prstGeom prst="rect">
              <a:avLst/>
            </a:prstGeom>
            <a:ln w="57150">
              <a:solidFill>
                <a:srgbClr val="0070C0"/>
              </a:solidFill>
            </a:ln>
          </p:spPr>
        </p:pic>
        <p:pic>
          <p:nvPicPr>
            <p:cNvPr id="69" name="그림 68">
              <a:extLst>
                <a:ext uri="{FF2B5EF4-FFF2-40B4-BE49-F238E27FC236}">
                  <a16:creationId xmlns:a16="http://schemas.microsoft.com/office/drawing/2014/main" id="{7C6EECF5-7F46-03CD-BAB5-E9B7FC7D9EE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750" t="46611" r="31692" b="33308"/>
            <a:stretch/>
          </p:blipFill>
          <p:spPr>
            <a:xfrm>
              <a:off x="8167526" y="3251742"/>
              <a:ext cx="1403408" cy="1371600"/>
            </a:xfrm>
            <a:prstGeom prst="rect">
              <a:avLst/>
            </a:prstGeom>
            <a:ln w="57150">
              <a:solidFill>
                <a:srgbClr val="C00000"/>
              </a:solidFill>
            </a:ln>
          </p:spPr>
        </p:pic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7EEC6983-777A-9D77-72CF-CF3BD9F6E33E}"/>
                </a:ext>
              </a:extLst>
            </p:cNvPr>
            <p:cNvSpPr/>
            <p:nvPr/>
          </p:nvSpPr>
          <p:spPr>
            <a:xfrm>
              <a:off x="7414873" y="2205557"/>
              <a:ext cx="457200" cy="457200"/>
            </a:xfrm>
            <a:prstGeom prst="rect">
              <a:avLst/>
            </a:prstGeom>
            <a:noFill/>
            <a:ln w="571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그림 6" descr="야외, 나무, 의류, 사람이(가) 표시된 사진&#10;&#10;자동 생성된 설명">
              <a:extLst>
                <a:ext uri="{FF2B5EF4-FFF2-40B4-BE49-F238E27FC236}">
                  <a16:creationId xmlns:a16="http://schemas.microsoft.com/office/drawing/2014/main" id="{1EA1F42E-9B18-70C6-0427-FC238D01301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8963" t="43750" r="31742" b="23297"/>
            <a:stretch/>
          </p:blipFill>
          <p:spPr>
            <a:xfrm>
              <a:off x="4517711" y="1708419"/>
              <a:ext cx="1427789" cy="1371600"/>
            </a:xfrm>
            <a:prstGeom prst="rect">
              <a:avLst/>
            </a:prstGeom>
            <a:ln w="57150">
              <a:solidFill>
                <a:srgbClr val="0070C0"/>
              </a:solidFill>
            </a:ln>
          </p:spPr>
        </p:pic>
        <p:pic>
          <p:nvPicPr>
            <p:cNvPr id="9" name="그림 8" descr="야외, 나무, 의류, 사람이(가) 표시된 사진&#10;&#10;자동 생성된 설명">
              <a:extLst>
                <a:ext uri="{FF2B5EF4-FFF2-40B4-BE49-F238E27FC236}">
                  <a16:creationId xmlns:a16="http://schemas.microsoft.com/office/drawing/2014/main" id="{B13FFBB4-B336-E290-9103-B1848623DC7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8283" t="43750" r="32421" b="23296"/>
            <a:stretch/>
          </p:blipFill>
          <p:spPr>
            <a:xfrm>
              <a:off x="8143145" y="1708419"/>
              <a:ext cx="1427789" cy="1371600"/>
            </a:xfrm>
            <a:prstGeom prst="rect">
              <a:avLst/>
            </a:prstGeom>
            <a:ln w="57150">
              <a:solidFill>
                <a:srgbClr val="C00000"/>
              </a:solidFill>
            </a:ln>
          </p:spPr>
        </p:pic>
        <p:sp>
          <p:nvSpPr>
            <p:cNvPr id="84" name="직사각형 83">
              <a:extLst>
                <a:ext uri="{FF2B5EF4-FFF2-40B4-BE49-F238E27FC236}">
                  <a16:creationId xmlns:a16="http://schemas.microsoft.com/office/drawing/2014/main" id="{3D65E73C-AC77-8817-12A2-6DD23531944E}"/>
                </a:ext>
              </a:extLst>
            </p:cNvPr>
            <p:cNvSpPr/>
            <p:nvPr/>
          </p:nvSpPr>
          <p:spPr>
            <a:xfrm>
              <a:off x="3865783" y="3814227"/>
              <a:ext cx="457200" cy="457200"/>
            </a:xfrm>
            <a:prstGeom prst="rect">
              <a:avLst/>
            </a:prstGeom>
            <a:noFill/>
            <a:ln w="5715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ACF18190-43A4-6A27-8F30-41792E984D8D}"/>
                </a:ext>
              </a:extLst>
            </p:cNvPr>
            <p:cNvSpPr/>
            <p:nvPr/>
          </p:nvSpPr>
          <p:spPr>
            <a:xfrm>
              <a:off x="7502872" y="3814227"/>
              <a:ext cx="457200" cy="457200"/>
            </a:xfrm>
            <a:prstGeom prst="rect">
              <a:avLst/>
            </a:prstGeom>
            <a:noFill/>
            <a:ln w="571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7" name="직선 화살표 연결선 86">
              <a:extLst>
                <a:ext uri="{FF2B5EF4-FFF2-40B4-BE49-F238E27FC236}">
                  <a16:creationId xmlns:a16="http://schemas.microsoft.com/office/drawing/2014/main" id="{0DCABC93-2D07-5A90-154A-6C7E3ACB28E2}"/>
                </a:ext>
              </a:extLst>
            </p:cNvPr>
            <p:cNvCxnSpPr>
              <a:cxnSpLocks/>
            </p:cNvCxnSpPr>
            <p:nvPr/>
          </p:nvCxnSpPr>
          <p:spPr>
            <a:xfrm>
              <a:off x="4348950" y="4097857"/>
              <a:ext cx="482130" cy="0"/>
            </a:xfrm>
            <a:prstGeom prst="straightConnector1">
              <a:avLst/>
            </a:prstGeom>
            <a:ln w="5715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DAC21439-BCD8-BDA6-16AF-447D1E517D8E}"/>
                </a:ext>
              </a:extLst>
            </p:cNvPr>
            <p:cNvCxnSpPr>
              <a:cxnSpLocks/>
            </p:cNvCxnSpPr>
            <p:nvPr/>
          </p:nvCxnSpPr>
          <p:spPr>
            <a:xfrm>
              <a:off x="7873342" y="2425310"/>
              <a:ext cx="676298" cy="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직선 화살표 연결선 63">
              <a:extLst>
                <a:ext uri="{FF2B5EF4-FFF2-40B4-BE49-F238E27FC236}">
                  <a16:creationId xmlns:a16="http://schemas.microsoft.com/office/drawing/2014/main" id="{09049C3D-E49A-8212-8AD6-5F044AA80192}"/>
                </a:ext>
              </a:extLst>
            </p:cNvPr>
            <p:cNvCxnSpPr>
              <a:cxnSpLocks/>
              <a:stCxn id="63" idx="3"/>
            </p:cNvCxnSpPr>
            <p:nvPr/>
          </p:nvCxnSpPr>
          <p:spPr>
            <a:xfrm>
              <a:off x="4207659" y="2434157"/>
              <a:ext cx="679301" cy="0"/>
            </a:xfrm>
            <a:prstGeom prst="straightConnector1">
              <a:avLst/>
            </a:prstGeom>
            <a:ln w="5715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직선 화살표 연결선 93">
              <a:extLst>
                <a:ext uri="{FF2B5EF4-FFF2-40B4-BE49-F238E27FC236}">
                  <a16:creationId xmlns:a16="http://schemas.microsoft.com/office/drawing/2014/main" id="{EA60D915-C8E1-45BF-7945-FE0C5C2B34D9}"/>
                </a:ext>
              </a:extLst>
            </p:cNvPr>
            <p:cNvCxnSpPr>
              <a:cxnSpLocks/>
              <a:stCxn id="86" idx="3"/>
            </p:cNvCxnSpPr>
            <p:nvPr/>
          </p:nvCxnSpPr>
          <p:spPr>
            <a:xfrm>
              <a:off x="7960072" y="4042827"/>
              <a:ext cx="536439" cy="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직사각형 97">
              <a:extLst>
                <a:ext uri="{FF2B5EF4-FFF2-40B4-BE49-F238E27FC236}">
                  <a16:creationId xmlns:a16="http://schemas.microsoft.com/office/drawing/2014/main" id="{F8E494BA-0A2B-1659-058C-B898C664A6EA}"/>
                </a:ext>
              </a:extLst>
            </p:cNvPr>
            <p:cNvSpPr/>
            <p:nvPr/>
          </p:nvSpPr>
          <p:spPr>
            <a:xfrm>
              <a:off x="2587832" y="4724946"/>
              <a:ext cx="3420205" cy="499964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r>
                <a:rPr lang="en-US" altLang="ko-KR" sz="2800" dirty="0">
                  <a:solidFill>
                    <a:schemeClr val="bg1"/>
                  </a:solidFill>
                  <a:latin typeface="Arial" panose="020B0604020202020204" pitchFamily="34" charset="0"/>
                  <a:ea typeface="Pretendard Medium" panose="02000603000000020004" pitchFamily="50" charset="-127"/>
                  <a:cs typeface="Arial" panose="020B0604020202020204" pitchFamily="34" charset="0"/>
                </a:rPr>
                <a:t>Bicubic Interpolation</a:t>
              </a:r>
              <a:endParaRPr lang="ko-KR" altLang="en-US" sz="2800" dirty="0">
                <a:solidFill>
                  <a:schemeClr val="bg1"/>
                </a:solidFill>
                <a:latin typeface="Arial" panose="020B0604020202020204" pitchFamily="34" charset="0"/>
                <a:ea typeface="Pretendard Medium" panose="02000603000000020004" pitchFamily="50" charset="-127"/>
                <a:cs typeface="Arial" panose="020B0604020202020204" pitchFamily="34" charset="0"/>
              </a:endParaRPr>
            </a:p>
          </p:txBody>
        </p:sp>
        <p:sp>
          <p:nvSpPr>
            <p:cNvPr id="100" name="직사각형 99">
              <a:extLst>
                <a:ext uri="{FF2B5EF4-FFF2-40B4-BE49-F238E27FC236}">
                  <a16:creationId xmlns:a16="http://schemas.microsoft.com/office/drawing/2014/main" id="{D035DFEE-9F19-0463-B5EC-41C4B564743C}"/>
                </a:ext>
              </a:extLst>
            </p:cNvPr>
            <p:cNvSpPr/>
            <p:nvPr/>
          </p:nvSpPr>
          <p:spPr>
            <a:xfrm>
              <a:off x="6215303" y="4724946"/>
              <a:ext cx="3420204" cy="499964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r>
                <a:rPr lang="en-US" altLang="ko-KR" sz="2800" dirty="0" err="1">
                  <a:solidFill>
                    <a:schemeClr val="bg1"/>
                  </a:solidFill>
                  <a:latin typeface="Arial" panose="020B0604020202020204" pitchFamily="34" charset="0"/>
                  <a:ea typeface="Pretendard Medium" panose="02000603000000020004" pitchFamily="50" charset="-127"/>
                  <a:cs typeface="Arial" panose="020B0604020202020204" pitchFamily="34" charset="0"/>
                </a:rPr>
                <a:t>OmniLive</a:t>
              </a:r>
              <a:endParaRPr lang="ko-KR" altLang="en-US" sz="2800" dirty="0">
                <a:solidFill>
                  <a:schemeClr val="bg1"/>
                </a:solidFill>
                <a:latin typeface="Arial" panose="020B0604020202020204" pitchFamily="34" charset="0"/>
                <a:ea typeface="Pretendard Medium" panose="02000603000000020004" pitchFamily="50" charset="-127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611081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146</Words>
  <Application>Microsoft Office PowerPoint</Application>
  <PresentationFormat>와이드스크린</PresentationFormat>
  <Paragraphs>63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0" baseType="lpstr">
      <vt:lpstr>맑은 고딕</vt:lpstr>
      <vt:lpstr>Arial</vt:lpstr>
      <vt:lpstr>Calibri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Park, Seonghoon</dc:creator>
  <cp:lastModifiedBy>Park, Seonghoon</cp:lastModifiedBy>
  <cp:revision>20</cp:revision>
  <dcterms:created xsi:type="dcterms:W3CDTF">2026-07-20T16:29:17Z</dcterms:created>
  <dcterms:modified xsi:type="dcterms:W3CDTF">2026-07-20T17:25:02Z</dcterms:modified>
</cp:coreProperties>
</file>