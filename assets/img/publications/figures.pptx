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0" r:id="rId3"/>
    <p:sldId id="256" r:id="rId4"/>
    <p:sldId id="258" r:id="rId5"/>
    <p:sldId id="261" r:id="rId6"/>
    <p:sldId id="259" r:id="rId7"/>
    <p:sldId id="262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225"/>
    <a:srgbClr val="0500FF"/>
    <a:srgbClr val="E8E8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38" autoAdjust="0"/>
    <p:restoredTop sz="94660"/>
  </p:normalViewPr>
  <p:slideViewPr>
    <p:cSldViewPr snapToGrid="0">
      <p:cViewPr>
        <p:scale>
          <a:sx n="75" d="100"/>
          <a:sy n="75" d="100"/>
        </p:scale>
        <p:origin x="2160" y="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677248-C340-4E8A-2F90-02385197BE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074E7AB-B64D-AACA-2488-10804379E5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AEFF76-A776-7563-E755-C64724BD1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0B8E857-30C6-2A71-2558-84962305F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575803-7A0A-2C6A-9852-17915FEAB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3798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351750-80F1-A5E2-5635-6F6967795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22795A-81E7-B321-82FB-210EA75BE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5DC8F3-E0C3-CD90-4E98-19D55898C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703852C-4643-40DF-11CE-836E1C8DF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1869BA-FD6F-E2C2-902B-10EC95848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15644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32F1E1-7C9E-BA6D-DA01-E61AFB348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296C4A7-051E-57A0-994B-7A521A15DB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EB96F9-EFA2-73C2-943B-FF590074D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0C7FB2F-77D1-99EF-6846-6F146EF6C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3F2264-B4B6-00BF-CE3E-1C561CA34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8624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28446E-E25E-AC55-40BC-A9C469187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5BFE55F-9344-E5FA-F6A5-189D57C3DB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3C569EB-FD16-122B-A901-86B69FDB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2BBF5C-188B-EAF6-D4A2-2D4101EA3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0147832-3726-6CC1-6450-8E5B807F6A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FEDDE52-0F99-D8D3-1A43-DD0A0350D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306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79CFE1-5D06-0413-7D71-C1EEB6250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19F3069-0C64-C272-62EE-029FE9A0A1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32A126C-739B-5D10-74D9-D89D06C1F7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A36BCED-AD7E-6AED-7683-7E67981059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D9E6397-677C-0402-3103-BCF19B7F9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01DC59D-1EA7-55FA-1375-5A9E41651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FBDA16E-D8E2-BD40-AA3F-8689C8267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5534A76-40A2-5286-FF60-F3EBC8304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3322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7123F8-8B83-FD2F-BE6C-77F3291D6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A488742-27FE-6B1D-AD67-65E4A09711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CBE613A-1125-2857-6072-FBA255788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163A26E-3DA3-AC2A-DBAD-1C28F93F7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36104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49E74F-296A-0126-46BD-32F0DA38D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E9828D3-D550-C676-E057-ABD4E6534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4E9AC5-A72E-098C-EADE-4B9AD5951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7394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6AA914-2E43-F897-6C87-37DC4A341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BBD6F1-C54A-9A03-ECFD-0AE0516AE4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4F1360A-DA5C-8464-F940-8E28D098D7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8C9D6C-280E-B025-8A89-139F2A74D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13C0EE5-4676-D455-6D8D-6D2B4C96B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64B2D45-7B3F-FF70-962B-7D997D91C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4644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DC5359-80BB-C178-2118-5B0C9510CE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ACD61CD-53C1-A1D4-A960-4034BB2252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C377C5B-FEB0-D155-54A5-E2ECFDA0F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6CB8E6-A9FA-E33D-DA0B-2C60BCB37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207F4B6-6201-C738-5A56-6C34951A3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1E7AB28-B6ED-5A16-BED6-F3E866646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85195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1FD97A-B3DA-2CC1-4093-10D15B736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B461A3E-7676-7990-9911-E7F30C6D56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21016F-3246-06CF-493B-FBAB8C970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C96AD2-E167-9D08-1AC1-4AC979942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2343D-87EC-B8B4-1695-8758317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15498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ED3142E-29AC-E8EE-BB5D-1EEDD2D96E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CF6C4A1-90E3-67BE-306A-D1AF421A13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6AE4FA-ECA8-7346-5635-21B219E4D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F674AB-483A-3126-8AEE-25EF5ED3C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C75210-5BE5-F15B-A016-E4A39A551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4912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45F13FA-79E3-E2AA-598E-C6E5D423E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BC3B34-377C-F613-A30A-4EE0A4902C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17B7EBC-6A8F-47CB-0489-D3336FE0A8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47F298-710E-90C5-15F9-6B412EE3F3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92E89F7-F1E4-6234-3473-911BF6425A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6746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microsoft.com/office/2007/relationships/hdphoto" Target="../media/hdphoto1.wdp"/><Relationship Id="rId7" Type="http://schemas.openxmlformats.org/officeDocument/2006/relationships/image" Target="../media/image27.jpg"/><Relationship Id="rId12" Type="http://schemas.microsoft.com/office/2007/relationships/hdphoto" Target="../media/hdphoto3.wdp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0.png"/><Relationship Id="rId5" Type="http://schemas.openxmlformats.org/officeDocument/2006/relationships/image" Target="../media/image25.png"/><Relationship Id="rId10" Type="http://schemas.microsoft.com/office/2007/relationships/hdphoto" Target="../media/hdphoto2.wdp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ED137-63ED-AFB0-53D9-621B96C5D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E0E53C54-72FD-220D-C841-951E67E7C900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DB1D5E3-492B-CA44-ACE3-B85A712D4A3F}"/>
              </a:ext>
            </a:extLst>
          </p:cNvPr>
          <p:cNvSpPr txBox="1"/>
          <p:nvPr/>
        </p:nvSpPr>
        <p:spPr>
          <a:xfrm>
            <a:off x="152400" y="240944"/>
            <a:ext cx="37930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2025-mobicom-vega.png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7D9F172-713C-8593-8C23-9CF69B3603CB}"/>
              </a:ext>
            </a:extLst>
          </p:cNvPr>
          <p:cNvGrpSpPr/>
          <p:nvPr/>
        </p:nvGrpSpPr>
        <p:grpSpPr>
          <a:xfrm>
            <a:off x="2494602" y="1552613"/>
            <a:ext cx="7230503" cy="3715772"/>
            <a:chOff x="2494602" y="1552613"/>
            <a:chExt cx="7230503" cy="3715772"/>
          </a:xfrm>
        </p:grpSpPr>
        <p:pic>
          <p:nvPicPr>
            <p:cNvPr id="2" name="그림 1" descr="건물, 신발류, 사람, 벽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A65CE806-4E6E-1078-C2B6-A766B4D74C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94602" y="3322574"/>
              <a:ext cx="2377440" cy="1337310"/>
            </a:xfrm>
            <a:prstGeom prst="rect">
              <a:avLst/>
            </a:prstGeom>
          </p:spPr>
        </p:pic>
        <p:pic>
          <p:nvPicPr>
            <p:cNvPr id="3" name="그림 2" descr="나무, 야외, 새, 가지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D16D13BA-63D2-4C15-EDDF-10DC60187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20366" y="3322572"/>
              <a:ext cx="2377440" cy="1337310"/>
            </a:xfrm>
            <a:prstGeom prst="rect">
              <a:avLst/>
            </a:prstGeom>
          </p:spPr>
        </p:pic>
        <p:pic>
          <p:nvPicPr>
            <p:cNvPr id="10" name="그림 9" descr="벽, 사람, 의류, 실내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F0C38211-9054-723C-29E3-D4989DE917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47665" y="3322567"/>
              <a:ext cx="2377440" cy="1337310"/>
            </a:xfrm>
            <a:prstGeom prst="rect">
              <a:avLst/>
            </a:prstGeom>
          </p:spPr>
        </p:pic>
        <p:pic>
          <p:nvPicPr>
            <p:cNvPr id="26" name="그림 25" descr="실내, 벽, 사람, 집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F4D37012-6A63-EFE6-FC98-FFD52F6ACD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00"/>
            <a:stretch/>
          </p:blipFill>
          <p:spPr>
            <a:xfrm>
              <a:off x="2494602" y="1934458"/>
              <a:ext cx="2377440" cy="1337310"/>
            </a:xfrm>
            <a:prstGeom prst="rect">
              <a:avLst/>
            </a:prstGeom>
          </p:spPr>
        </p:pic>
        <p:pic>
          <p:nvPicPr>
            <p:cNvPr id="27" name="그림 26" descr="벽, 실내, 집, 사람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872D5EC4-6B14-DB49-3806-FB8AEBADC6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01" b="-1"/>
            <a:stretch/>
          </p:blipFill>
          <p:spPr>
            <a:xfrm>
              <a:off x="4920366" y="1934455"/>
              <a:ext cx="2377440" cy="1337311"/>
            </a:xfrm>
            <a:prstGeom prst="rect">
              <a:avLst/>
            </a:prstGeom>
          </p:spPr>
        </p:pic>
        <p:pic>
          <p:nvPicPr>
            <p:cNvPr id="30" name="그림 29" descr="실내, 벽, 사람, 집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BB18A416-6FBA-9C34-8CF3-F444B31F8BA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4999"/>
            <a:stretch/>
          </p:blipFill>
          <p:spPr>
            <a:xfrm>
              <a:off x="7347665" y="1934450"/>
              <a:ext cx="2377440" cy="1337316"/>
            </a:xfrm>
            <a:prstGeom prst="rect">
              <a:avLst/>
            </a:prstGeom>
          </p:spPr>
        </p:pic>
        <p:pic>
          <p:nvPicPr>
            <p:cNvPr id="33" name="그림 32" descr="벽, 실내, 집, 사람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16C462E7-61E7-0783-CDCD-37F6A72587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91" t="68387" r="82124" b="12565"/>
            <a:stretch/>
          </p:blipFill>
          <p:spPr>
            <a:xfrm>
              <a:off x="4927987" y="1552613"/>
              <a:ext cx="914400" cy="914400"/>
            </a:xfrm>
            <a:custGeom>
              <a:avLst/>
              <a:gdLst>
                <a:gd name="connsiteX0" fmla="*/ 0 w 360000"/>
                <a:gd name="connsiteY0" fmla="*/ 0 h 360000"/>
                <a:gd name="connsiteX1" fmla="*/ 360000 w 360000"/>
                <a:gd name="connsiteY1" fmla="*/ 0 h 360000"/>
                <a:gd name="connsiteX2" fmla="*/ 360000 w 360000"/>
                <a:gd name="connsiteY2" fmla="*/ 360000 h 360000"/>
                <a:gd name="connsiteX3" fmla="*/ 0 w 360000"/>
                <a:gd name="connsiteY3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00" h="360000">
                  <a:moveTo>
                    <a:pt x="0" y="0"/>
                  </a:moveTo>
                  <a:lnTo>
                    <a:pt x="360000" y="0"/>
                  </a:lnTo>
                  <a:lnTo>
                    <a:pt x="360000" y="360000"/>
                  </a:lnTo>
                  <a:lnTo>
                    <a:pt x="0" y="360000"/>
                  </a:lnTo>
                  <a:close/>
                </a:path>
              </a:pathLst>
            </a:custGeom>
            <a:ln w="19050">
              <a:solidFill>
                <a:srgbClr val="FFC000"/>
              </a:solidFill>
            </a:ln>
          </p:spPr>
        </p:pic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A3ECB8A9-FB50-4720-5163-8073C2E0FED6}"/>
                </a:ext>
              </a:extLst>
            </p:cNvPr>
            <p:cNvSpPr/>
            <p:nvPr/>
          </p:nvSpPr>
          <p:spPr>
            <a:xfrm>
              <a:off x="5049790" y="2698005"/>
              <a:ext cx="360000" cy="360000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21FDD0BF-B7CC-E476-984F-5E31E9696548}"/>
                </a:ext>
              </a:extLst>
            </p:cNvPr>
            <p:cNvSpPr/>
            <p:nvPr/>
          </p:nvSpPr>
          <p:spPr>
            <a:xfrm>
              <a:off x="2639476" y="2698005"/>
              <a:ext cx="360000" cy="360000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3273436D-3607-4343-486B-D4FBE75450CD}"/>
                </a:ext>
              </a:extLst>
            </p:cNvPr>
            <p:cNvSpPr/>
            <p:nvPr/>
          </p:nvSpPr>
          <p:spPr>
            <a:xfrm>
              <a:off x="7496252" y="2698005"/>
              <a:ext cx="360000" cy="360000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9" name="그림 38" descr="실내, 벽, 사람, 집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47102547-9F7A-50A8-CCC4-956646B55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379" t="67818" r="79335" b="13134"/>
            <a:stretch/>
          </p:blipFill>
          <p:spPr>
            <a:xfrm>
              <a:off x="2507214" y="1552613"/>
              <a:ext cx="914400" cy="914400"/>
            </a:xfrm>
            <a:custGeom>
              <a:avLst/>
              <a:gdLst>
                <a:gd name="connsiteX0" fmla="*/ 0 w 360000"/>
                <a:gd name="connsiteY0" fmla="*/ 0 h 360000"/>
                <a:gd name="connsiteX1" fmla="*/ 360000 w 360000"/>
                <a:gd name="connsiteY1" fmla="*/ 0 h 360000"/>
                <a:gd name="connsiteX2" fmla="*/ 360000 w 360000"/>
                <a:gd name="connsiteY2" fmla="*/ 360000 h 360000"/>
                <a:gd name="connsiteX3" fmla="*/ 0 w 360000"/>
                <a:gd name="connsiteY3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00" h="360000">
                  <a:moveTo>
                    <a:pt x="0" y="0"/>
                  </a:moveTo>
                  <a:lnTo>
                    <a:pt x="360000" y="0"/>
                  </a:lnTo>
                  <a:lnTo>
                    <a:pt x="360000" y="360000"/>
                  </a:lnTo>
                  <a:lnTo>
                    <a:pt x="0" y="360000"/>
                  </a:lnTo>
                  <a:close/>
                </a:path>
              </a:pathLst>
            </a:custGeom>
            <a:ln w="19050">
              <a:solidFill>
                <a:srgbClr val="FFC000"/>
              </a:solidFill>
            </a:ln>
          </p:spPr>
        </p:pic>
        <p:cxnSp>
          <p:nvCxnSpPr>
            <p:cNvPr id="41" name="직선 화살표 연결선 40">
              <a:extLst>
                <a:ext uri="{FF2B5EF4-FFF2-40B4-BE49-F238E27FC236}">
                  <a16:creationId xmlns:a16="http://schemas.microsoft.com/office/drawing/2014/main" id="{8B87D5A7-6EEC-E5A7-8A0E-4E4CA526D299}"/>
                </a:ext>
              </a:extLst>
            </p:cNvPr>
            <p:cNvCxnSpPr>
              <a:cxnSpLocks/>
              <a:stCxn id="34" idx="0"/>
            </p:cNvCxnSpPr>
            <p:nvPr/>
          </p:nvCxnSpPr>
          <p:spPr>
            <a:xfrm flipV="1">
              <a:off x="5229790" y="2480850"/>
              <a:ext cx="0" cy="217155"/>
            </a:xfrm>
            <a:prstGeom prst="straightConnector1">
              <a:avLst/>
            </a:prstGeom>
            <a:ln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직선 화살표 연결선 41">
              <a:extLst>
                <a:ext uri="{FF2B5EF4-FFF2-40B4-BE49-F238E27FC236}">
                  <a16:creationId xmlns:a16="http://schemas.microsoft.com/office/drawing/2014/main" id="{CCA1C754-5B6C-3571-BEFD-FEB2F68821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35052" y="2480850"/>
              <a:ext cx="0" cy="217155"/>
            </a:xfrm>
            <a:prstGeom prst="straightConnector1">
              <a:avLst/>
            </a:prstGeom>
            <a:ln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6" name="그림 45" descr="실내, 벽, 사람, 집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09439AF8-828E-5D2D-FA33-CB728909045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96" t="67818" r="79818" b="13134"/>
            <a:stretch/>
          </p:blipFill>
          <p:spPr>
            <a:xfrm>
              <a:off x="7353751" y="1552613"/>
              <a:ext cx="914400" cy="914400"/>
            </a:xfrm>
            <a:custGeom>
              <a:avLst/>
              <a:gdLst>
                <a:gd name="connsiteX0" fmla="*/ 0 w 360000"/>
                <a:gd name="connsiteY0" fmla="*/ 0 h 360000"/>
                <a:gd name="connsiteX1" fmla="*/ 360000 w 360000"/>
                <a:gd name="connsiteY1" fmla="*/ 0 h 360000"/>
                <a:gd name="connsiteX2" fmla="*/ 360000 w 360000"/>
                <a:gd name="connsiteY2" fmla="*/ 360000 h 360000"/>
                <a:gd name="connsiteX3" fmla="*/ 0 w 360000"/>
                <a:gd name="connsiteY3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00" h="360000">
                  <a:moveTo>
                    <a:pt x="0" y="0"/>
                  </a:moveTo>
                  <a:lnTo>
                    <a:pt x="360000" y="0"/>
                  </a:lnTo>
                  <a:lnTo>
                    <a:pt x="360000" y="360000"/>
                  </a:lnTo>
                  <a:lnTo>
                    <a:pt x="0" y="360000"/>
                  </a:lnTo>
                  <a:close/>
                </a:path>
              </a:pathLst>
            </a:custGeom>
            <a:ln w="19050">
              <a:solidFill>
                <a:srgbClr val="FFC000"/>
              </a:solidFill>
            </a:ln>
          </p:spPr>
        </p:pic>
        <p:cxnSp>
          <p:nvCxnSpPr>
            <p:cNvPr id="47" name="직선 화살표 연결선 46">
              <a:extLst>
                <a:ext uri="{FF2B5EF4-FFF2-40B4-BE49-F238E27FC236}">
                  <a16:creationId xmlns:a16="http://schemas.microsoft.com/office/drawing/2014/main" id="{35E9C8C1-E9BB-892B-B021-388261485E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79427" y="2480850"/>
              <a:ext cx="0" cy="217155"/>
            </a:xfrm>
            <a:prstGeom prst="straightConnector1">
              <a:avLst/>
            </a:prstGeom>
            <a:ln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C2DCAEC0-3F02-366C-A171-338C64C5A3E6}"/>
                </a:ext>
              </a:extLst>
            </p:cNvPr>
            <p:cNvSpPr/>
            <p:nvPr/>
          </p:nvSpPr>
          <p:spPr>
            <a:xfrm>
              <a:off x="3150651" y="3739866"/>
              <a:ext cx="360000" cy="360000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9" name="그림 48" descr="건물, 신발류, 사람, 벽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0E9B7AA2-17E9-8F0C-498F-49C07CFF3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034" t="29439" r="59681" b="45165"/>
            <a:stretch>
              <a:fillRect/>
            </a:stretch>
          </p:blipFill>
          <p:spPr>
            <a:xfrm>
              <a:off x="3945426" y="3802090"/>
              <a:ext cx="914400" cy="914400"/>
            </a:xfrm>
            <a:custGeom>
              <a:avLst/>
              <a:gdLst>
                <a:gd name="connsiteX0" fmla="*/ 0 w 360000"/>
                <a:gd name="connsiteY0" fmla="*/ 0 h 360000"/>
                <a:gd name="connsiteX1" fmla="*/ 360000 w 360000"/>
                <a:gd name="connsiteY1" fmla="*/ 0 h 360000"/>
                <a:gd name="connsiteX2" fmla="*/ 360000 w 360000"/>
                <a:gd name="connsiteY2" fmla="*/ 360000 h 360000"/>
                <a:gd name="connsiteX3" fmla="*/ 0 w 360000"/>
                <a:gd name="connsiteY3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00" h="360000">
                  <a:moveTo>
                    <a:pt x="0" y="0"/>
                  </a:moveTo>
                  <a:lnTo>
                    <a:pt x="360000" y="0"/>
                  </a:lnTo>
                  <a:lnTo>
                    <a:pt x="360000" y="360000"/>
                  </a:lnTo>
                  <a:lnTo>
                    <a:pt x="0" y="360000"/>
                  </a:lnTo>
                  <a:close/>
                </a:path>
              </a:pathLst>
            </a:custGeom>
            <a:ln w="19050">
              <a:solidFill>
                <a:srgbClr val="FFC000"/>
              </a:solidFill>
            </a:ln>
          </p:spPr>
        </p:pic>
        <p:cxnSp>
          <p:nvCxnSpPr>
            <p:cNvPr id="52" name="직선 화살표 연결선 51">
              <a:extLst>
                <a:ext uri="{FF2B5EF4-FFF2-40B4-BE49-F238E27FC236}">
                  <a16:creationId xmlns:a16="http://schemas.microsoft.com/office/drawing/2014/main" id="{D20104B8-7119-32D8-334F-C159301D6B63}"/>
                </a:ext>
              </a:extLst>
            </p:cNvPr>
            <p:cNvCxnSpPr>
              <a:cxnSpLocks/>
            </p:cNvCxnSpPr>
            <p:nvPr/>
          </p:nvCxnSpPr>
          <p:spPr>
            <a:xfrm>
              <a:off x="3510651" y="3919866"/>
              <a:ext cx="422559" cy="390568"/>
            </a:xfrm>
            <a:prstGeom prst="straightConnector1">
              <a:avLst/>
            </a:prstGeom>
            <a:ln w="19050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6DBD7F88-88C1-2E47-C6A8-9EDD5BB18CAE}"/>
                </a:ext>
              </a:extLst>
            </p:cNvPr>
            <p:cNvSpPr/>
            <p:nvPr/>
          </p:nvSpPr>
          <p:spPr>
            <a:xfrm>
              <a:off x="8010474" y="3745477"/>
              <a:ext cx="360000" cy="360000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8" name="그림 57" descr="벽, 사람, 의류, 실내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9A5643F2-E68C-28A1-DEF4-25A3F39216B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004" t="29835" r="57710" b="44768"/>
            <a:stretch>
              <a:fillRect/>
            </a:stretch>
          </p:blipFill>
          <p:spPr>
            <a:xfrm>
              <a:off x="8800980" y="3781760"/>
              <a:ext cx="914400" cy="914400"/>
            </a:xfrm>
            <a:custGeom>
              <a:avLst/>
              <a:gdLst>
                <a:gd name="connsiteX0" fmla="*/ 0 w 360000"/>
                <a:gd name="connsiteY0" fmla="*/ 0 h 360000"/>
                <a:gd name="connsiteX1" fmla="*/ 360000 w 360000"/>
                <a:gd name="connsiteY1" fmla="*/ 0 h 360000"/>
                <a:gd name="connsiteX2" fmla="*/ 360000 w 360000"/>
                <a:gd name="connsiteY2" fmla="*/ 360000 h 360000"/>
                <a:gd name="connsiteX3" fmla="*/ 0 w 360000"/>
                <a:gd name="connsiteY3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00" h="360000">
                  <a:moveTo>
                    <a:pt x="0" y="0"/>
                  </a:moveTo>
                  <a:lnTo>
                    <a:pt x="360000" y="0"/>
                  </a:lnTo>
                  <a:lnTo>
                    <a:pt x="360000" y="360000"/>
                  </a:lnTo>
                  <a:lnTo>
                    <a:pt x="0" y="360000"/>
                  </a:lnTo>
                  <a:close/>
                </a:path>
              </a:pathLst>
            </a:custGeom>
            <a:ln w="19050">
              <a:solidFill>
                <a:srgbClr val="FFC000"/>
              </a:solidFill>
            </a:ln>
          </p:spPr>
        </p:pic>
        <p:cxnSp>
          <p:nvCxnSpPr>
            <p:cNvPr id="59" name="직선 화살표 연결선 58">
              <a:extLst>
                <a:ext uri="{FF2B5EF4-FFF2-40B4-BE49-F238E27FC236}">
                  <a16:creationId xmlns:a16="http://schemas.microsoft.com/office/drawing/2014/main" id="{781E96B6-13CB-39FF-FD22-74936660FBB0}"/>
                </a:ext>
              </a:extLst>
            </p:cNvPr>
            <p:cNvCxnSpPr>
              <a:cxnSpLocks/>
              <a:stCxn id="56" idx="3"/>
            </p:cNvCxnSpPr>
            <p:nvPr/>
          </p:nvCxnSpPr>
          <p:spPr>
            <a:xfrm>
              <a:off x="8370474" y="3925477"/>
              <a:ext cx="400239" cy="393377"/>
            </a:xfrm>
            <a:prstGeom prst="straightConnector1">
              <a:avLst/>
            </a:prstGeom>
            <a:ln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DEECB8C6-E58F-6E2D-1538-4414C66D6504}"/>
                </a:ext>
              </a:extLst>
            </p:cNvPr>
            <p:cNvSpPr/>
            <p:nvPr/>
          </p:nvSpPr>
          <p:spPr>
            <a:xfrm>
              <a:off x="2551561" y="4768421"/>
              <a:ext cx="2263521" cy="499964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altLang="ko-KR" sz="2400" dirty="0">
                  <a:solidFill>
                    <a:schemeClr val="bg1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STG</a:t>
              </a:r>
              <a:endParaRPr lang="ko-KR" altLang="en-US" sz="2400" dirty="0">
                <a:solidFill>
                  <a:schemeClr val="bg1"/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endParaRP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A30177BB-EB85-87B7-57FB-F46FE0D3D4F8}"/>
                </a:ext>
              </a:extLst>
            </p:cNvPr>
            <p:cNvSpPr/>
            <p:nvPr/>
          </p:nvSpPr>
          <p:spPr>
            <a:xfrm>
              <a:off x="5049790" y="4768421"/>
              <a:ext cx="2263521" cy="499964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altLang="ko-KR" sz="2400" dirty="0">
                  <a:solidFill>
                    <a:schemeClr val="bg1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V</a:t>
              </a:r>
              <a:r>
                <a:rPr lang="en-US" altLang="ko-KR" sz="2400" baseline="30000" dirty="0">
                  <a:solidFill>
                    <a:schemeClr val="bg1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3</a:t>
              </a:r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41A33A33-C03B-DD96-911F-04B873DC3DF9}"/>
                </a:ext>
              </a:extLst>
            </p:cNvPr>
            <p:cNvSpPr/>
            <p:nvPr/>
          </p:nvSpPr>
          <p:spPr>
            <a:xfrm>
              <a:off x="7438832" y="4768421"/>
              <a:ext cx="2263521" cy="499964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altLang="ko-KR" sz="2400" dirty="0">
                  <a:solidFill>
                    <a:schemeClr val="bg1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Vega</a:t>
              </a:r>
              <a:endParaRPr lang="en-US" altLang="ko-KR" sz="2400" baseline="30000" dirty="0">
                <a:solidFill>
                  <a:schemeClr val="bg1"/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56580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6F404-D89A-8A8E-7E12-E71AA7E89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8CE6E173-7573-7A9D-D52B-70D06CD25BDD}"/>
              </a:ext>
            </a:extLst>
          </p:cNvPr>
          <p:cNvSpPr txBox="1"/>
          <p:nvPr/>
        </p:nvSpPr>
        <p:spPr>
          <a:xfrm>
            <a:off x="152400" y="240944"/>
            <a:ext cx="36215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2025-mobicom-eos.png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192EFDD-D9B2-A014-137C-16140F27C3DE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Picture 20">
            <a:extLst>
              <a:ext uri="{FF2B5EF4-FFF2-40B4-BE49-F238E27FC236}">
                <a16:creationId xmlns:a16="http://schemas.microsoft.com/office/drawing/2014/main" id="{6262F205-BD0E-2E94-197E-0559ACED77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1854" y="3692384"/>
            <a:ext cx="2378568" cy="1280160"/>
          </a:xfrm>
          <a:prstGeom prst="rect">
            <a:avLst/>
          </a:prstGeom>
        </p:spPr>
      </p:pic>
      <p:pic>
        <p:nvPicPr>
          <p:cNvPr id="11" name="Picture 22">
            <a:extLst>
              <a:ext uri="{FF2B5EF4-FFF2-40B4-BE49-F238E27FC236}">
                <a16:creationId xmlns:a16="http://schemas.microsoft.com/office/drawing/2014/main" id="{916CF37D-3FE3-F0F3-9BDE-690BFBEB12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6269" y="3695944"/>
            <a:ext cx="2414236" cy="1280160"/>
          </a:xfrm>
          <a:prstGeom prst="rect">
            <a:avLst/>
          </a:prstGeom>
        </p:spPr>
      </p:pic>
      <p:sp>
        <p:nvSpPr>
          <p:cNvPr id="13" name="Arrow: Down 25">
            <a:extLst>
              <a:ext uri="{FF2B5EF4-FFF2-40B4-BE49-F238E27FC236}">
                <a16:creationId xmlns:a16="http://schemas.microsoft.com/office/drawing/2014/main" id="{46E6327C-1FAB-0F33-4534-1E6C30BCCBD9}"/>
              </a:ext>
            </a:extLst>
          </p:cNvPr>
          <p:cNvSpPr/>
          <p:nvPr/>
        </p:nvSpPr>
        <p:spPr>
          <a:xfrm>
            <a:off x="7127459" y="4248207"/>
            <a:ext cx="102016" cy="139432"/>
          </a:xfrm>
          <a:prstGeom prst="downArrow">
            <a:avLst/>
          </a:prstGeom>
          <a:solidFill>
            <a:srgbClr val="FFFFFF">
              <a:alpha val="60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Arrow: Down 26">
            <a:extLst>
              <a:ext uri="{FF2B5EF4-FFF2-40B4-BE49-F238E27FC236}">
                <a16:creationId xmlns:a16="http://schemas.microsoft.com/office/drawing/2014/main" id="{03C8002E-604E-FCB9-A1A7-55E3BA0C504E}"/>
              </a:ext>
            </a:extLst>
          </p:cNvPr>
          <p:cNvSpPr/>
          <p:nvPr/>
        </p:nvSpPr>
        <p:spPr>
          <a:xfrm>
            <a:off x="9521046" y="4195788"/>
            <a:ext cx="104401" cy="104837"/>
          </a:xfrm>
          <a:prstGeom prst="downArrow">
            <a:avLst/>
          </a:prstGeom>
          <a:solidFill>
            <a:srgbClr val="FFFFFF">
              <a:alpha val="60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83F427-17EC-E072-C254-8794B00383DD}"/>
              </a:ext>
            </a:extLst>
          </p:cNvPr>
          <p:cNvSpPr txBox="1"/>
          <p:nvPr/>
        </p:nvSpPr>
        <p:spPr>
          <a:xfrm>
            <a:off x="5265420" y="4976848"/>
            <a:ext cx="2055002" cy="369332"/>
          </a:xfrm>
          <a:prstGeom prst="rect">
            <a:avLst/>
          </a:prstGeom>
          <a:solidFill>
            <a:srgbClr val="C00000"/>
          </a:solidFill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50% </a:t>
            </a:r>
            <a:r>
              <a:rPr lang="ko-KR" altLang="ko-KR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  <a:r>
              <a:rPr lang="en-US" altLang="ko-KR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Power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B95077-E5EC-101E-B51E-1B191F76FF7A}"/>
              </a:ext>
            </a:extLst>
          </p:cNvPr>
          <p:cNvSpPr txBox="1"/>
          <p:nvPr/>
        </p:nvSpPr>
        <p:spPr>
          <a:xfrm>
            <a:off x="7761512" y="4976848"/>
            <a:ext cx="2038993" cy="369332"/>
          </a:xfrm>
          <a:prstGeom prst="rect">
            <a:avLst/>
          </a:prstGeom>
          <a:solidFill>
            <a:srgbClr val="C00000"/>
          </a:solidFill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25°C </a:t>
            </a:r>
            <a:r>
              <a:rPr lang="ko-KR" altLang="ko-KR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  <a:r>
              <a:rPr lang="en-US" altLang="ko-KR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(GPU)</a:t>
            </a:r>
          </a:p>
        </p:txBody>
      </p:sp>
      <p:pic>
        <p:nvPicPr>
          <p:cNvPr id="26" name="Picture 18">
            <a:extLst>
              <a:ext uri="{FF2B5EF4-FFF2-40B4-BE49-F238E27FC236}">
                <a16:creationId xmlns:a16="http://schemas.microsoft.com/office/drawing/2014/main" id="{E9697A7A-785F-781F-7C32-819075BC5E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7504" y="3692384"/>
            <a:ext cx="2491739" cy="128016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FECEBD00-E281-C1BD-A43F-23549E61BAC6}"/>
              </a:ext>
            </a:extLst>
          </p:cNvPr>
          <p:cNvSpPr txBox="1"/>
          <p:nvPr/>
        </p:nvSpPr>
        <p:spPr>
          <a:xfrm>
            <a:off x="2518851" y="4972544"/>
            <a:ext cx="2338981" cy="369332"/>
          </a:xfrm>
          <a:prstGeom prst="rect">
            <a:avLst/>
          </a:prstGeom>
          <a:solidFill>
            <a:srgbClr val="002060"/>
          </a:solidFill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No Quality Drop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826994E-0570-0184-18FC-B98619DD55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0886" y="1384283"/>
            <a:ext cx="6970228" cy="2241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1148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9C2935A2-390D-C2C5-B302-B15FF2CBBC70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E6791764-59EC-77F4-711A-7BFAC2FB5FE8}"/>
              </a:ext>
            </a:extLst>
          </p:cNvPr>
          <p:cNvGrpSpPr/>
          <p:nvPr/>
        </p:nvGrpSpPr>
        <p:grpSpPr>
          <a:xfrm>
            <a:off x="2597181" y="1712867"/>
            <a:ext cx="6997638" cy="3432263"/>
            <a:chOff x="2621120" y="1905695"/>
            <a:chExt cx="6997638" cy="3432263"/>
          </a:xfrm>
        </p:grpSpPr>
        <p:pic>
          <p:nvPicPr>
            <p:cNvPr id="4" name="그림 3" descr="야외, 의류, 신발류, 사람이(가) 표시된 사진&#10;&#10;자동 생성된 설명">
              <a:extLst>
                <a:ext uri="{FF2B5EF4-FFF2-40B4-BE49-F238E27FC236}">
                  <a16:creationId xmlns:a16="http://schemas.microsoft.com/office/drawing/2014/main" id="{50390B67-13C8-E0C6-195A-F3DDE9D4DA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25013" y="1905696"/>
              <a:ext cx="2254678" cy="1373445"/>
            </a:xfrm>
            <a:prstGeom prst="rect">
              <a:avLst/>
            </a:prstGeom>
          </p:spPr>
        </p:pic>
        <p:pic>
          <p:nvPicPr>
            <p:cNvPr id="5" name="그림 4" descr="다채로움, 스크린샷, 블루, 보라색이(가) 표시된 사진&#10;&#10;자동 생성된 설명">
              <a:extLst>
                <a:ext uri="{FF2B5EF4-FFF2-40B4-BE49-F238E27FC236}">
                  <a16:creationId xmlns:a16="http://schemas.microsoft.com/office/drawing/2014/main" id="{454D5EF7-F52C-3C89-4EF7-E9AC32D51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98761" y="1905696"/>
              <a:ext cx="2254678" cy="1373445"/>
            </a:xfrm>
            <a:prstGeom prst="rect">
              <a:avLst/>
            </a:prstGeom>
          </p:spPr>
        </p:pic>
        <p:pic>
          <p:nvPicPr>
            <p:cNvPr id="7" name="그림 6" descr="음악, 빛이(가) 표시된 사진&#10;&#10;중간 신뢰도로 자동 생성된 설명">
              <a:extLst>
                <a:ext uri="{FF2B5EF4-FFF2-40B4-BE49-F238E27FC236}">
                  <a16:creationId xmlns:a16="http://schemas.microsoft.com/office/drawing/2014/main" id="{F825D1A8-FC58-5B69-0807-A897A3F409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58715" y="1905695"/>
              <a:ext cx="2255073" cy="1373445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FE2ACEBC-7719-CC4A-2397-883C4F01C87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989918" y="3391383"/>
              <a:ext cx="2263540" cy="1373445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B36C6171-4DC1-C9BE-324A-3A10935ED1D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355218" y="3391384"/>
              <a:ext cx="2263540" cy="1373445"/>
            </a:xfrm>
            <a:prstGeom prst="rect">
              <a:avLst/>
            </a:prstGeom>
          </p:spPr>
        </p:pic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120656D5-85CC-C0A1-FB81-A288DDFF22AA}"/>
                </a:ext>
              </a:extLst>
            </p:cNvPr>
            <p:cNvSpPr/>
            <p:nvPr/>
          </p:nvSpPr>
          <p:spPr>
            <a:xfrm>
              <a:off x="4989918" y="4837994"/>
              <a:ext cx="2263521" cy="499964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altLang="ko-KR" sz="2400" dirty="0" err="1">
                  <a:solidFill>
                    <a:schemeClr val="bg1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MobiSR</a:t>
              </a:r>
              <a:r>
                <a:rPr lang="en-US" altLang="ko-KR" sz="2400" dirty="0">
                  <a:solidFill>
                    <a:schemeClr val="bg1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-Like</a:t>
              </a:r>
              <a:endParaRPr lang="ko-KR" altLang="en-US" sz="2400" dirty="0">
                <a:solidFill>
                  <a:schemeClr val="bg1"/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E4A9EA38-6DDE-9E9B-3FAD-70BBE6789980}"/>
                </a:ext>
              </a:extLst>
            </p:cNvPr>
            <p:cNvSpPr/>
            <p:nvPr/>
          </p:nvSpPr>
          <p:spPr>
            <a:xfrm>
              <a:off x="7355218" y="4837994"/>
              <a:ext cx="2258570" cy="499964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altLang="ko-KR" sz="2400" dirty="0">
                  <a:solidFill>
                    <a:schemeClr val="bg1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ARIA</a:t>
              </a:r>
              <a:endParaRPr lang="ko-KR" altLang="en-US" sz="2400" dirty="0">
                <a:solidFill>
                  <a:schemeClr val="bg1"/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29AFB479-0713-562C-2ECB-FECA12C7ED6E}"/>
                </a:ext>
              </a:extLst>
            </p:cNvPr>
            <p:cNvSpPr/>
            <p:nvPr/>
          </p:nvSpPr>
          <p:spPr>
            <a:xfrm>
              <a:off x="2621120" y="4837994"/>
              <a:ext cx="2263539" cy="49996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altLang="ko-KR" sz="2400" dirty="0">
                  <a:solidFill>
                    <a:schemeClr val="accent4">
                      <a:lumMod val="10000"/>
                    </a:schemeClr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Input Image</a:t>
              </a:r>
              <a:endParaRPr lang="ko-KR" altLang="en-US" sz="2400" dirty="0">
                <a:solidFill>
                  <a:schemeClr val="accent4">
                    <a:lumMod val="10000"/>
                  </a:schemeClr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endParaRPr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193F7AF0-3593-9CD0-5934-9DC216D5B726}"/>
                </a:ext>
              </a:extLst>
            </p:cNvPr>
            <p:cNvGrpSpPr/>
            <p:nvPr/>
          </p:nvGrpSpPr>
          <p:grpSpPr>
            <a:xfrm>
              <a:off x="2621121" y="3391383"/>
              <a:ext cx="2263540" cy="1373445"/>
              <a:chOff x="256749" y="3246033"/>
              <a:chExt cx="2253600" cy="1373445"/>
            </a:xfrm>
          </p:grpSpPr>
          <p:pic>
            <p:nvPicPr>
              <p:cNvPr id="18" name="그림 17">
                <a:extLst>
                  <a:ext uri="{FF2B5EF4-FFF2-40B4-BE49-F238E27FC236}">
                    <a16:creationId xmlns:a16="http://schemas.microsoft.com/office/drawing/2014/main" id="{6D179EB2-3B96-CA71-ABA8-08EA0E5E9A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56749" y="3246033"/>
                <a:ext cx="2253600" cy="1373445"/>
              </a:xfrm>
              <a:prstGeom prst="rect">
                <a:avLst/>
              </a:prstGeom>
            </p:spPr>
          </p:pic>
          <p:sp>
            <p:nvSpPr>
              <p:cNvPr id="19" name="직사각형 18">
                <a:extLst>
                  <a:ext uri="{FF2B5EF4-FFF2-40B4-BE49-F238E27FC236}">
                    <a16:creationId xmlns:a16="http://schemas.microsoft.com/office/drawing/2014/main" id="{41407D71-A930-E4D7-6FBD-7EA88D855303}"/>
                  </a:ext>
                </a:extLst>
              </p:cNvPr>
              <p:cNvSpPr/>
              <p:nvPr/>
            </p:nvSpPr>
            <p:spPr>
              <a:xfrm rot="196937">
                <a:off x="1850529" y="3662685"/>
                <a:ext cx="214784" cy="160595"/>
              </a:xfrm>
              <a:prstGeom prst="rect">
                <a:avLst/>
              </a:prstGeom>
              <a:solidFill>
                <a:srgbClr val="9199A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eaLnBrk="1" fontAlgn="auto" latinLnBrk="1" hangingPunct="1">
                  <a:spcBef>
                    <a:spcPts val="0"/>
                  </a:spcBef>
                  <a:spcAft>
                    <a:spcPts val="0"/>
                  </a:spcAft>
                </a:pPr>
                <a:endParaRPr lang="ko-KR" altLang="en-US" sz="1600" dirty="0">
                  <a:solidFill>
                    <a:srgbClr val="000000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A72063AB-F535-FE5D-CD0D-665CA9C5EDFA}"/>
              </a:ext>
            </a:extLst>
          </p:cNvPr>
          <p:cNvSpPr txBox="1"/>
          <p:nvPr/>
        </p:nvSpPr>
        <p:spPr>
          <a:xfrm>
            <a:off x="152400" y="240944"/>
            <a:ext cx="35205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2025-mobisys-aria.png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5526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D0B00-2868-9F08-C55D-FB3C8B9B3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3CF6370D-7092-AFE1-7EB0-DF9F02260FE4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A5D6A8-8D1C-8AD4-3AD7-0A3793A16D4F}"/>
              </a:ext>
            </a:extLst>
          </p:cNvPr>
          <p:cNvSpPr txBox="1"/>
          <p:nvPr/>
        </p:nvSpPr>
        <p:spPr>
          <a:xfrm>
            <a:off x="152400" y="240944"/>
            <a:ext cx="30588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2025-tecs-dash.png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714A42BE-4888-BF8A-2510-443E898A27D0}"/>
              </a:ext>
            </a:extLst>
          </p:cNvPr>
          <p:cNvGrpSpPr/>
          <p:nvPr/>
        </p:nvGrpSpPr>
        <p:grpSpPr>
          <a:xfrm>
            <a:off x="2752068" y="1558902"/>
            <a:ext cx="6687864" cy="3740195"/>
            <a:chOff x="2849437" y="1591190"/>
            <a:chExt cx="6687864" cy="3740195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02E1C07-4C28-B510-A6FF-D6A9CC282D0D}"/>
                </a:ext>
              </a:extLst>
            </p:cNvPr>
            <p:cNvSpPr/>
            <p:nvPr/>
          </p:nvSpPr>
          <p:spPr>
            <a:xfrm>
              <a:off x="4420653" y="4369987"/>
              <a:ext cx="3121511" cy="43814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8B61A5F-0984-BA05-01EB-5D6B92F12D98}"/>
                </a:ext>
              </a:extLst>
            </p:cNvPr>
            <p:cNvSpPr txBox="1"/>
            <p:nvPr/>
          </p:nvSpPr>
          <p:spPr>
            <a:xfrm>
              <a:off x="2939661" y="4147445"/>
              <a:ext cx="1204176" cy="8925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Device</a:t>
              </a:r>
              <a:b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State</a:t>
              </a: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61734311-5F9D-9567-BD1F-01558CD84C37}"/>
                </a:ext>
              </a:extLst>
            </p:cNvPr>
            <p:cNvSpPr/>
            <p:nvPr/>
          </p:nvSpPr>
          <p:spPr>
            <a:xfrm>
              <a:off x="4420654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F43FBBF-AD13-DB5D-9B42-5024ED3A2EEF}"/>
                </a:ext>
              </a:extLst>
            </p:cNvPr>
            <p:cNvSpPr/>
            <p:nvPr/>
          </p:nvSpPr>
          <p:spPr>
            <a:xfrm>
              <a:off x="4722225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359C70C-A06E-01B6-59ED-AB219B851894}"/>
                </a:ext>
              </a:extLst>
            </p:cNvPr>
            <p:cNvSpPr txBox="1"/>
            <p:nvPr/>
          </p:nvSpPr>
          <p:spPr>
            <a:xfrm>
              <a:off x="2849437" y="2959273"/>
              <a:ext cx="1391727" cy="8925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Event</a:t>
              </a:r>
              <a:b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Sensing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F3A088D-AD88-51D3-B33A-A80D11A25003}"/>
                </a:ext>
              </a:extLst>
            </p:cNvPr>
            <p:cNvSpPr txBox="1"/>
            <p:nvPr/>
          </p:nvSpPr>
          <p:spPr>
            <a:xfrm>
              <a:off x="2983451" y="1835562"/>
              <a:ext cx="1112804" cy="8925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Actual</a:t>
              </a:r>
              <a:b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Event</a:t>
              </a: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FA46960-BA10-2CF0-0551-737943C49692}"/>
                </a:ext>
              </a:extLst>
            </p:cNvPr>
            <p:cNvSpPr/>
            <p:nvPr/>
          </p:nvSpPr>
          <p:spPr>
            <a:xfrm>
              <a:off x="4420654" y="3186477"/>
              <a:ext cx="152400" cy="438145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0A1CA85-A5B0-A097-A86B-7A416B007C57}"/>
                </a:ext>
              </a:extLst>
            </p:cNvPr>
            <p:cNvSpPr/>
            <p:nvPr/>
          </p:nvSpPr>
          <p:spPr>
            <a:xfrm>
              <a:off x="5712206" y="3186477"/>
              <a:ext cx="75600" cy="438145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2BBD3720-EAEC-BB94-17B2-BBF09848723B}"/>
                </a:ext>
              </a:extLst>
            </p:cNvPr>
            <p:cNvSpPr/>
            <p:nvPr/>
          </p:nvSpPr>
          <p:spPr>
            <a:xfrm>
              <a:off x="5331665" y="3186477"/>
              <a:ext cx="152400" cy="43814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E9FB270E-E1FE-7139-AA9B-25D6AF0E1041}"/>
                </a:ext>
              </a:extLst>
            </p:cNvPr>
            <p:cNvSpPr/>
            <p:nvPr/>
          </p:nvSpPr>
          <p:spPr>
            <a:xfrm>
              <a:off x="6557824" y="3186477"/>
              <a:ext cx="152400" cy="43814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98F113C4-6DB8-F2AB-5BC0-690DD8A78D26}"/>
                </a:ext>
              </a:extLst>
            </p:cNvPr>
            <p:cNvSpPr/>
            <p:nvPr/>
          </p:nvSpPr>
          <p:spPr>
            <a:xfrm>
              <a:off x="7160938" y="3186477"/>
              <a:ext cx="152400" cy="43814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EB300955-FF82-FD61-9B67-33AF6B87C5E7}"/>
                </a:ext>
              </a:extLst>
            </p:cNvPr>
            <p:cNvSpPr/>
            <p:nvPr/>
          </p:nvSpPr>
          <p:spPr>
            <a:xfrm>
              <a:off x="7468834" y="3186477"/>
              <a:ext cx="152400" cy="438145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EE32FF68-B63E-0298-8666-0AAF1E6C3717}"/>
                </a:ext>
              </a:extLst>
            </p:cNvPr>
            <p:cNvSpPr/>
            <p:nvPr/>
          </p:nvSpPr>
          <p:spPr>
            <a:xfrm>
              <a:off x="8442588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078CB9A8-AF4F-F6E1-FCA5-7D16B8B3A039}"/>
                </a:ext>
              </a:extLst>
            </p:cNvPr>
            <p:cNvSpPr/>
            <p:nvPr/>
          </p:nvSpPr>
          <p:spPr>
            <a:xfrm>
              <a:off x="8442588" y="3186477"/>
              <a:ext cx="152400" cy="438145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3C1977D1-EB40-FDDA-D778-DA0E16EA9D5D}"/>
                </a:ext>
              </a:extLst>
            </p:cNvPr>
            <p:cNvSpPr/>
            <p:nvPr/>
          </p:nvSpPr>
          <p:spPr>
            <a:xfrm>
              <a:off x="4389698" y="2235900"/>
              <a:ext cx="1208881" cy="243110"/>
            </a:xfrm>
            <a:prstGeom prst="rect">
              <a:avLst/>
            </a:prstGeom>
            <a:solidFill>
              <a:schemeClr val="tx2">
                <a:lumMod val="25000"/>
                <a:lumOff val="75000"/>
                <a:alpha val="64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31" name="직선 화살표 연결선 30">
              <a:extLst>
                <a:ext uri="{FF2B5EF4-FFF2-40B4-BE49-F238E27FC236}">
                  <a16:creationId xmlns:a16="http://schemas.microsoft.com/office/drawing/2014/main" id="{838FE9F3-0277-DE31-C3DE-D34B1EC55B18}"/>
                </a:ext>
              </a:extLst>
            </p:cNvPr>
            <p:cNvCxnSpPr>
              <a:cxnSpLocks/>
            </p:cNvCxnSpPr>
            <p:nvPr/>
          </p:nvCxnSpPr>
          <p:spPr>
            <a:xfrm>
              <a:off x="4389698" y="2489328"/>
              <a:ext cx="50292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B41E472B-A12F-0141-47FC-A8A027410A02}"/>
                </a:ext>
              </a:extLst>
            </p:cNvPr>
            <p:cNvSpPr/>
            <p:nvPr/>
          </p:nvSpPr>
          <p:spPr>
            <a:xfrm>
              <a:off x="5598579" y="2235900"/>
              <a:ext cx="1767342" cy="243110"/>
            </a:xfrm>
            <a:prstGeom prst="rect">
              <a:avLst/>
            </a:prstGeom>
            <a:solidFill>
              <a:schemeClr val="accent6">
                <a:lumMod val="40000"/>
                <a:lumOff val="60000"/>
                <a:alpha val="64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003B2703-C9C5-77E9-1AA0-A377B0B56D41}"/>
                </a:ext>
              </a:extLst>
            </p:cNvPr>
            <p:cNvSpPr/>
            <p:nvPr/>
          </p:nvSpPr>
          <p:spPr>
            <a:xfrm>
              <a:off x="8442588" y="2235900"/>
              <a:ext cx="153984" cy="243110"/>
            </a:xfrm>
            <a:prstGeom prst="rect">
              <a:avLst/>
            </a:prstGeom>
            <a:solidFill>
              <a:schemeClr val="accent2">
                <a:lumMod val="40000"/>
                <a:lumOff val="60000"/>
                <a:alpha val="64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4" name="그래픽 33" descr="누수 수도꼭지 단색으로 채워진">
              <a:extLst>
                <a:ext uri="{FF2B5EF4-FFF2-40B4-BE49-F238E27FC236}">
                  <a16:creationId xmlns:a16="http://schemas.microsoft.com/office/drawing/2014/main" id="{78C77442-8E79-2D5F-5664-5DA60A18E4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388110" y="1957200"/>
              <a:ext cx="305122" cy="305122"/>
            </a:xfrm>
            <a:prstGeom prst="rect">
              <a:avLst/>
            </a:prstGeom>
          </p:spPr>
        </p:pic>
        <p:pic>
          <p:nvPicPr>
            <p:cNvPr id="35" name="그래픽 34" descr="음악 단색으로 채워진">
              <a:extLst>
                <a:ext uri="{FF2B5EF4-FFF2-40B4-BE49-F238E27FC236}">
                  <a16:creationId xmlns:a16="http://schemas.microsoft.com/office/drawing/2014/main" id="{7F843DEB-B0AA-55B2-6963-447F626433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702560" y="1963001"/>
              <a:ext cx="287080" cy="287080"/>
            </a:xfrm>
            <a:prstGeom prst="rect">
              <a:avLst/>
            </a:prstGeom>
          </p:spPr>
        </p:pic>
        <p:pic>
          <p:nvPicPr>
            <p:cNvPr id="36" name="그래픽 35" descr="손뼉 치는 손 단색으로 채워진">
              <a:extLst>
                <a:ext uri="{FF2B5EF4-FFF2-40B4-BE49-F238E27FC236}">
                  <a16:creationId xmlns:a16="http://schemas.microsoft.com/office/drawing/2014/main" id="{8C6E3183-3A58-383B-7F40-EFE5F9D6B5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375248" y="1944958"/>
              <a:ext cx="287080" cy="287080"/>
            </a:xfrm>
            <a:prstGeom prst="rect">
              <a:avLst/>
            </a:prstGeom>
          </p:spPr>
        </p:pic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7AE8BDB-D6A1-3D2B-1464-F76D9FBC7888}"/>
                </a:ext>
              </a:extLst>
            </p:cNvPr>
            <p:cNvSpPr/>
            <p:nvPr/>
          </p:nvSpPr>
          <p:spPr>
            <a:xfrm>
              <a:off x="5638719" y="3186477"/>
              <a:ext cx="75600" cy="43814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7D72244-218C-67B7-E751-62EC4BBED96E}"/>
                </a:ext>
              </a:extLst>
            </p:cNvPr>
            <p:cNvSpPr txBox="1"/>
            <p:nvPr/>
          </p:nvSpPr>
          <p:spPr>
            <a:xfrm>
              <a:off x="4391307" y="2688446"/>
              <a:ext cx="1393010" cy="4001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26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Inference</a:t>
              </a:r>
            </a:p>
          </p:txBody>
        </p:sp>
        <p:cxnSp>
          <p:nvCxnSpPr>
            <p:cNvPr id="39" name="직선 화살표 연결선 38">
              <a:extLst>
                <a:ext uri="{FF2B5EF4-FFF2-40B4-BE49-F238E27FC236}">
                  <a16:creationId xmlns:a16="http://schemas.microsoft.com/office/drawing/2014/main" id="{3DA3E7F3-0B0A-7161-BA12-47725B464A54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4496854" y="3031199"/>
              <a:ext cx="0" cy="155278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A8E8D1F-26D0-FDDA-5FB6-6B2C9F42170C}"/>
                </a:ext>
              </a:extLst>
            </p:cNvPr>
            <p:cNvSpPr txBox="1"/>
            <p:nvPr/>
          </p:nvSpPr>
          <p:spPr>
            <a:xfrm>
              <a:off x="4387047" y="3736434"/>
              <a:ext cx="2443361" cy="4001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2600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Affinity matching</a:t>
              </a:r>
            </a:p>
          </p:txBody>
        </p:sp>
        <p:cxnSp>
          <p:nvCxnSpPr>
            <p:cNvPr id="41" name="직선 화살표 연결선 40">
              <a:extLst>
                <a:ext uri="{FF2B5EF4-FFF2-40B4-BE49-F238E27FC236}">
                  <a16:creationId xmlns:a16="http://schemas.microsoft.com/office/drawing/2014/main" id="{8CDA23BB-CA49-E9D7-358F-754B2B71176A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 flipV="1">
              <a:off x="5407865" y="3624622"/>
              <a:ext cx="0" cy="182880"/>
            </a:xfrm>
            <a:prstGeom prst="straightConnector1">
              <a:avLst/>
            </a:prstGeom>
            <a:ln>
              <a:solidFill>
                <a:schemeClr val="tx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132C967-AF41-9C0A-CC0B-30EEDC5452FC}"/>
                </a:ext>
              </a:extLst>
            </p:cNvPr>
            <p:cNvSpPr txBox="1"/>
            <p:nvPr/>
          </p:nvSpPr>
          <p:spPr>
            <a:xfrm>
              <a:off x="6994795" y="2682420"/>
              <a:ext cx="1429879" cy="4001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2600" dirty="0">
                  <a:solidFill>
                    <a:srgbClr val="196B2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 sound</a:t>
              </a:r>
            </a:p>
          </p:txBody>
        </p:sp>
        <p:cxnSp>
          <p:nvCxnSpPr>
            <p:cNvPr id="43" name="직선 화살표 연결선 42">
              <a:extLst>
                <a:ext uri="{FF2B5EF4-FFF2-40B4-BE49-F238E27FC236}">
                  <a16:creationId xmlns:a16="http://schemas.microsoft.com/office/drawing/2014/main" id="{0D097E8E-DD68-653A-9B50-FCA3E5BEA7BD}"/>
                </a:ext>
              </a:extLst>
            </p:cNvPr>
            <p:cNvCxnSpPr>
              <a:cxnSpLocks/>
              <a:endCxn id="27" idx="0"/>
            </p:cNvCxnSpPr>
            <p:nvPr/>
          </p:nvCxnSpPr>
          <p:spPr>
            <a:xfrm>
              <a:off x="7545034" y="3042569"/>
              <a:ext cx="0" cy="143908"/>
            </a:xfrm>
            <a:prstGeom prst="straightConnector1">
              <a:avLst/>
            </a:prstGeom>
            <a:ln>
              <a:solidFill>
                <a:srgbClr val="196B24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E105E026-F121-456D-B289-DE7106789E08}"/>
                </a:ext>
              </a:extLst>
            </p:cNvPr>
            <p:cNvSpPr txBox="1"/>
            <p:nvPr/>
          </p:nvSpPr>
          <p:spPr>
            <a:xfrm>
              <a:off x="4372416" y="4931275"/>
              <a:ext cx="908903" cy="4001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Active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6B1DD0D-71F6-8D22-75F2-875587BBBE83}"/>
                </a:ext>
              </a:extLst>
            </p:cNvPr>
            <p:cNvSpPr txBox="1"/>
            <p:nvPr/>
          </p:nvSpPr>
          <p:spPr>
            <a:xfrm>
              <a:off x="5458313" y="4931275"/>
              <a:ext cx="854400" cy="4001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Sleep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DE204DC-ABC7-A714-C799-499E626833F4}"/>
                </a:ext>
              </a:extLst>
            </p:cNvPr>
            <p:cNvSpPr txBox="1"/>
            <p:nvPr/>
          </p:nvSpPr>
          <p:spPr>
            <a:xfrm>
              <a:off x="7729967" y="4931275"/>
              <a:ext cx="538609" cy="4001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Idle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A4C93C4-732A-F79F-4732-2D699215E47A}"/>
                </a:ext>
              </a:extLst>
            </p:cNvPr>
            <p:cNvSpPr txBox="1"/>
            <p:nvPr/>
          </p:nvSpPr>
          <p:spPr>
            <a:xfrm>
              <a:off x="6999851" y="1591190"/>
              <a:ext cx="2537450" cy="40011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One-time event</a:t>
              </a:r>
            </a:p>
          </p:txBody>
        </p:sp>
        <p:cxnSp>
          <p:nvCxnSpPr>
            <p:cNvPr id="48" name="직선 화살표 연결선 47">
              <a:extLst>
                <a:ext uri="{FF2B5EF4-FFF2-40B4-BE49-F238E27FC236}">
                  <a16:creationId xmlns:a16="http://schemas.microsoft.com/office/drawing/2014/main" id="{FFAC9ADE-5C8B-FA71-2FDE-5999CB4D8642}"/>
                </a:ext>
              </a:extLst>
            </p:cNvPr>
            <p:cNvCxnSpPr>
              <a:cxnSpLocks/>
              <a:endCxn id="6" idx="2"/>
            </p:cNvCxnSpPr>
            <p:nvPr/>
          </p:nvCxnSpPr>
          <p:spPr>
            <a:xfrm flipV="1">
              <a:off x="4496854" y="4808132"/>
              <a:ext cx="0" cy="1697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화살표 연결선 48">
              <a:extLst>
                <a:ext uri="{FF2B5EF4-FFF2-40B4-BE49-F238E27FC236}">
                  <a16:creationId xmlns:a16="http://schemas.microsoft.com/office/drawing/2014/main" id="{238FD413-FDED-DFBA-74B5-8D7EA58CA4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63465" y="4808132"/>
              <a:ext cx="0" cy="1697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직선 화살표 연결선 49">
              <a:extLst>
                <a:ext uri="{FF2B5EF4-FFF2-40B4-BE49-F238E27FC236}">
                  <a16:creationId xmlns:a16="http://schemas.microsoft.com/office/drawing/2014/main" id="{4232A25E-1DB0-75E7-2D9C-6647CCE6C0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93555" y="4808132"/>
              <a:ext cx="0" cy="1697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직선 화살표 연결선 50">
              <a:extLst>
                <a:ext uri="{FF2B5EF4-FFF2-40B4-BE49-F238E27FC236}">
                  <a16:creationId xmlns:a16="http://schemas.microsoft.com/office/drawing/2014/main" id="{9763667E-9629-A1A0-A216-73E416BE5F21}"/>
                </a:ext>
              </a:extLst>
            </p:cNvPr>
            <p:cNvCxnSpPr>
              <a:cxnSpLocks/>
            </p:cNvCxnSpPr>
            <p:nvPr/>
          </p:nvCxnSpPr>
          <p:spPr>
            <a:xfrm>
              <a:off x="8313584" y="1957200"/>
              <a:ext cx="92229" cy="1049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6617DA72-FB5A-6529-A1D7-F8723A6BACEB}"/>
                </a:ext>
              </a:extLst>
            </p:cNvPr>
            <p:cNvSpPr/>
            <p:nvPr/>
          </p:nvSpPr>
          <p:spPr>
            <a:xfrm>
              <a:off x="5027965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E43B9C41-8965-809C-4403-F5DB14B2AD72}"/>
                </a:ext>
              </a:extLst>
            </p:cNvPr>
            <p:cNvSpPr/>
            <p:nvPr/>
          </p:nvSpPr>
          <p:spPr>
            <a:xfrm>
              <a:off x="5333870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A52B04B7-689C-FBD4-FADC-65CBBB7C92BC}"/>
                </a:ext>
              </a:extLst>
            </p:cNvPr>
            <p:cNvSpPr/>
            <p:nvPr/>
          </p:nvSpPr>
          <p:spPr>
            <a:xfrm>
              <a:off x="5636006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7E9E5975-04E8-AC26-99B0-56CA976EDEA5}"/>
                </a:ext>
              </a:extLst>
            </p:cNvPr>
            <p:cNvSpPr/>
            <p:nvPr/>
          </p:nvSpPr>
          <p:spPr>
            <a:xfrm>
              <a:off x="5941746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60F25AAC-8AD5-D5E3-D60E-220C68FD7657}"/>
                </a:ext>
              </a:extLst>
            </p:cNvPr>
            <p:cNvSpPr/>
            <p:nvPr/>
          </p:nvSpPr>
          <p:spPr>
            <a:xfrm>
              <a:off x="6247651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42E19CC6-4690-B2E8-8599-C947B9215EA7}"/>
                </a:ext>
              </a:extLst>
            </p:cNvPr>
            <p:cNvSpPr/>
            <p:nvPr/>
          </p:nvSpPr>
          <p:spPr>
            <a:xfrm>
              <a:off x="6557824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996F5F6D-C9E2-E6C1-FBDB-555BEE64CEE9}"/>
                </a:ext>
              </a:extLst>
            </p:cNvPr>
            <p:cNvSpPr/>
            <p:nvPr/>
          </p:nvSpPr>
          <p:spPr>
            <a:xfrm>
              <a:off x="6863564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471E65F2-469C-F57C-BBDB-65ACE5518346}"/>
                </a:ext>
              </a:extLst>
            </p:cNvPr>
            <p:cNvSpPr/>
            <p:nvPr/>
          </p:nvSpPr>
          <p:spPr>
            <a:xfrm>
              <a:off x="7169469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D7375C8E-6A6C-E52D-9A21-87D50055CE9F}"/>
                </a:ext>
              </a:extLst>
            </p:cNvPr>
            <p:cNvSpPr/>
            <p:nvPr/>
          </p:nvSpPr>
          <p:spPr>
            <a:xfrm>
              <a:off x="7471842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61" name="직선 화살표 연결선 60">
              <a:extLst>
                <a:ext uri="{FF2B5EF4-FFF2-40B4-BE49-F238E27FC236}">
                  <a16:creationId xmlns:a16="http://schemas.microsoft.com/office/drawing/2014/main" id="{47769DAB-C765-FCF0-6762-1E1231DE91C7}"/>
                </a:ext>
              </a:extLst>
            </p:cNvPr>
            <p:cNvCxnSpPr>
              <a:cxnSpLocks/>
            </p:cNvCxnSpPr>
            <p:nvPr/>
          </p:nvCxnSpPr>
          <p:spPr>
            <a:xfrm>
              <a:off x="4389698" y="4811994"/>
              <a:ext cx="50292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직선 화살표 연결선 61">
              <a:extLst>
                <a:ext uri="{FF2B5EF4-FFF2-40B4-BE49-F238E27FC236}">
                  <a16:creationId xmlns:a16="http://schemas.microsoft.com/office/drawing/2014/main" id="{89AADEA2-E4B6-5E0F-7538-E0A13DD3FC7B}"/>
                </a:ext>
              </a:extLst>
            </p:cNvPr>
            <p:cNvCxnSpPr>
              <a:cxnSpLocks/>
            </p:cNvCxnSpPr>
            <p:nvPr/>
          </p:nvCxnSpPr>
          <p:spPr>
            <a:xfrm>
              <a:off x="4389698" y="3628484"/>
              <a:ext cx="50292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2629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9C603-67D2-A26D-6191-73BFCAC3F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DCAD39B6-C77F-E5F7-46CA-5E8EE7E49B4C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26ABA9-384D-AAFC-034D-9A3F62265C13}"/>
              </a:ext>
            </a:extLst>
          </p:cNvPr>
          <p:cNvSpPr txBox="1"/>
          <p:nvPr/>
        </p:nvSpPr>
        <p:spPr>
          <a:xfrm>
            <a:off x="152400" y="240944"/>
            <a:ext cx="36413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2025-emsoft-ember.png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0" name="사각형: 둥근 모서리 129">
            <a:extLst>
              <a:ext uri="{FF2B5EF4-FFF2-40B4-BE49-F238E27FC236}">
                <a16:creationId xmlns:a16="http://schemas.microsoft.com/office/drawing/2014/main" id="{4D0AA77B-7A84-D5AE-EF60-70C832D2969B}"/>
              </a:ext>
            </a:extLst>
          </p:cNvPr>
          <p:cNvSpPr/>
          <p:nvPr/>
        </p:nvSpPr>
        <p:spPr>
          <a:xfrm>
            <a:off x="7062265" y="3547656"/>
            <a:ext cx="2658620" cy="1961400"/>
          </a:xfrm>
          <a:prstGeom prst="roundRect">
            <a:avLst>
              <a:gd name="adj" fmla="val 5790"/>
            </a:avLst>
          </a:prstGeom>
          <a:solidFill>
            <a:srgbClr val="A5A5A5">
              <a:lumMod val="20000"/>
              <a:lumOff val="8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47EB94AF-5F0D-C117-F72F-1E8E84B77449}"/>
              </a:ext>
            </a:extLst>
          </p:cNvPr>
          <p:cNvSpPr/>
          <p:nvPr/>
        </p:nvSpPr>
        <p:spPr>
          <a:xfrm>
            <a:off x="2471116" y="1604604"/>
            <a:ext cx="7249768" cy="1368874"/>
          </a:xfrm>
          <a:prstGeom prst="roundRect">
            <a:avLst>
              <a:gd name="adj" fmla="val 5790"/>
            </a:avLst>
          </a:prstGeom>
          <a:solidFill>
            <a:srgbClr val="A5A5A5">
              <a:lumMod val="20000"/>
              <a:lumOff val="8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4E955094-B218-5ADA-1D76-AF3B4565F753}"/>
              </a:ext>
            </a:extLst>
          </p:cNvPr>
          <p:cNvSpPr txBox="1"/>
          <p:nvPr/>
        </p:nvSpPr>
        <p:spPr>
          <a:xfrm>
            <a:off x="3210862" y="1654358"/>
            <a:ext cx="1790360" cy="1021883"/>
          </a:xfrm>
          <a:prstGeom prst="rect">
            <a:avLst/>
          </a:prstGeom>
          <a:noFill/>
        </p:spPr>
        <p:txBody>
          <a:bodyPr wrap="square" lIns="72000" rIns="72000" rtlCol="0">
            <a:spAutoFit/>
          </a:bodyPr>
          <a:lstStyle/>
          <a:p>
            <a:pPr algn="ctr" latinLnBrk="0">
              <a:lnSpc>
                <a:spcPct val="110000"/>
              </a:lnSpc>
            </a:pP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(waker</a:t>
            </a:r>
            <a:r>
              <a:rPr lang="en-US" sz="1400" i="1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wakee</a:t>
            </a:r>
            <a:r>
              <a:rPr lang="en-US" sz="1400" i="1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ctr" latinLnBrk="0">
              <a:lnSpc>
                <a:spcPct val="110000"/>
              </a:lnSpc>
            </a:pP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(waker</a:t>
            </a:r>
            <a:r>
              <a:rPr lang="en-US" sz="1400" i="1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2</a:t>
            </a: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, wakee</a:t>
            </a:r>
            <a:r>
              <a:rPr lang="en-US" sz="1400" i="1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)</a:t>
            </a:r>
          </a:p>
          <a:p>
            <a:pPr algn="ctr" latinLnBrk="0">
              <a:lnSpc>
                <a:spcPct val="110000"/>
              </a:lnSpc>
            </a:pP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…</a:t>
            </a:r>
          </a:p>
          <a:p>
            <a:pPr algn="ctr" latinLnBrk="0">
              <a:lnSpc>
                <a:spcPct val="110000"/>
              </a:lnSpc>
            </a:pP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(</a:t>
            </a:r>
            <a:r>
              <a:rPr lang="en-US" sz="1400" i="1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waker</a:t>
            </a:r>
            <a:r>
              <a:rPr lang="en-US" sz="1400" i="1" baseline="-25000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, </a:t>
            </a:r>
            <a:r>
              <a:rPr lang="en-US" sz="1400" i="1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wakee</a:t>
            </a:r>
            <a:r>
              <a:rPr lang="en-US" sz="1400" i="1" baseline="-25000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)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D8BB8912-D6FA-E036-23B7-D90AEFA34602}"/>
              </a:ext>
            </a:extLst>
          </p:cNvPr>
          <p:cNvSpPr txBox="1"/>
          <p:nvPr/>
        </p:nvSpPr>
        <p:spPr>
          <a:xfrm>
            <a:off x="2444013" y="1360799"/>
            <a:ext cx="402506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atinLnBrk="0"/>
            <a:r>
              <a:rPr lang="en-US" altLang="ko-KR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Task Wakeup Sequence Embedding (§4.2)</a:t>
            </a:r>
            <a:endParaRPr lang="en-US" sz="1600" b="1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4" name="사각형: 둥근 모서리 133">
            <a:extLst>
              <a:ext uri="{FF2B5EF4-FFF2-40B4-BE49-F238E27FC236}">
                <a16:creationId xmlns:a16="http://schemas.microsoft.com/office/drawing/2014/main" id="{F1678165-9DC8-1917-B307-5EB4F0F9F354}"/>
              </a:ext>
            </a:extLst>
          </p:cNvPr>
          <p:cNvSpPr/>
          <p:nvPr/>
        </p:nvSpPr>
        <p:spPr>
          <a:xfrm>
            <a:off x="2490087" y="3547658"/>
            <a:ext cx="4492531" cy="1961400"/>
          </a:xfrm>
          <a:prstGeom prst="roundRect">
            <a:avLst>
              <a:gd name="adj" fmla="val 5790"/>
            </a:avLst>
          </a:prstGeom>
          <a:solidFill>
            <a:srgbClr val="A5A5A5">
              <a:lumMod val="20000"/>
              <a:lumOff val="8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0A0A497F-7959-5DE1-8650-444F7E097E29}"/>
              </a:ext>
            </a:extLst>
          </p:cNvPr>
          <p:cNvSpPr txBox="1"/>
          <p:nvPr/>
        </p:nvSpPr>
        <p:spPr>
          <a:xfrm>
            <a:off x="3045401" y="2689439"/>
            <a:ext cx="236148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Wakeup event sequence</a:t>
            </a:r>
          </a:p>
        </p:txBody>
      </p:sp>
      <p:cxnSp>
        <p:nvCxnSpPr>
          <p:cNvPr id="137" name="직선 화살표 연결선 136">
            <a:extLst>
              <a:ext uri="{FF2B5EF4-FFF2-40B4-BE49-F238E27FC236}">
                <a16:creationId xmlns:a16="http://schemas.microsoft.com/office/drawing/2014/main" id="{AA27C8ED-607C-F7F5-CED2-42EC52D32893}"/>
              </a:ext>
            </a:extLst>
          </p:cNvPr>
          <p:cNvCxnSpPr>
            <a:cxnSpLocks/>
          </p:cNvCxnSpPr>
          <p:nvPr/>
        </p:nvCxnSpPr>
        <p:spPr>
          <a:xfrm>
            <a:off x="3206390" y="1692559"/>
            <a:ext cx="0" cy="957438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8" name="TextBox 137">
            <a:extLst>
              <a:ext uri="{FF2B5EF4-FFF2-40B4-BE49-F238E27FC236}">
                <a16:creationId xmlns:a16="http://schemas.microsoft.com/office/drawing/2014/main" id="{3E33AACC-F6B7-93E7-9E3B-7A4B52EDD35E}"/>
              </a:ext>
            </a:extLst>
          </p:cNvPr>
          <p:cNvSpPr txBox="1"/>
          <p:nvPr/>
        </p:nvSpPr>
        <p:spPr>
          <a:xfrm>
            <a:off x="2514924" y="3066285"/>
            <a:ext cx="446769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atinLnBrk="0"/>
            <a:r>
              <a:rPr lang="en-US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Touch-Driven</a:t>
            </a:r>
            <a:br>
              <a:rPr lang="en-US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Hierarchical Inference </a:t>
            </a:r>
            <a:r>
              <a:rPr lang="en-US" altLang="ko-KR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(§4.3)</a:t>
            </a:r>
            <a:endParaRPr lang="en-US" sz="1600" b="1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9" name="자유형: 도형 138">
            <a:extLst>
              <a:ext uri="{FF2B5EF4-FFF2-40B4-BE49-F238E27FC236}">
                <a16:creationId xmlns:a16="http://schemas.microsoft.com/office/drawing/2014/main" id="{5EB084E7-395A-AF57-EAF4-641139763EF9}"/>
              </a:ext>
            </a:extLst>
          </p:cNvPr>
          <p:cNvSpPr/>
          <p:nvPr/>
        </p:nvSpPr>
        <p:spPr>
          <a:xfrm>
            <a:off x="3060365" y="3570061"/>
            <a:ext cx="244802" cy="270872"/>
          </a:xfrm>
          <a:custGeom>
            <a:avLst/>
            <a:gdLst>
              <a:gd name="connsiteX0" fmla="*/ 568600 w 586697"/>
              <a:gd name="connsiteY0" fmla="*/ 507255 h 649177"/>
              <a:gd name="connsiteX1" fmla="*/ 557170 w 586697"/>
              <a:gd name="connsiteY1" fmla="*/ 313897 h 649177"/>
              <a:gd name="connsiteX2" fmla="*/ 493353 w 586697"/>
              <a:gd name="connsiteY2" fmla="*/ 172927 h 649177"/>
              <a:gd name="connsiteX3" fmla="*/ 424773 w 586697"/>
              <a:gd name="connsiteY3" fmla="*/ 147210 h 649177"/>
              <a:gd name="connsiteX4" fmla="*/ 399055 w 586697"/>
              <a:gd name="connsiteY4" fmla="*/ 171975 h 649177"/>
              <a:gd name="connsiteX5" fmla="*/ 397150 w 586697"/>
              <a:gd name="connsiteY5" fmla="*/ 171975 h 649177"/>
              <a:gd name="connsiteX6" fmla="*/ 389530 w 586697"/>
              <a:gd name="connsiteY6" fmla="*/ 159592 h 649177"/>
              <a:gd name="connsiteX7" fmla="*/ 350478 w 586697"/>
              <a:gd name="connsiteY7" fmla="*/ 139590 h 649177"/>
              <a:gd name="connsiteX8" fmla="*/ 300948 w 586697"/>
              <a:gd name="connsiteY8" fmla="*/ 171022 h 649177"/>
              <a:gd name="connsiteX9" fmla="*/ 299043 w 586697"/>
              <a:gd name="connsiteY9" fmla="*/ 171022 h 649177"/>
              <a:gd name="connsiteX10" fmla="*/ 227605 w 586697"/>
              <a:gd name="connsiteY10" fmla="*/ 162450 h 649177"/>
              <a:gd name="connsiteX11" fmla="*/ 210460 w 586697"/>
              <a:gd name="connsiteY11" fmla="*/ 210075 h 649177"/>
              <a:gd name="connsiteX12" fmla="*/ 209508 w 586697"/>
              <a:gd name="connsiteY12" fmla="*/ 210075 h 649177"/>
              <a:gd name="connsiteX13" fmla="*/ 127593 w 586697"/>
              <a:gd name="connsiteY13" fmla="*/ 27195 h 649177"/>
              <a:gd name="connsiteX14" fmla="*/ 70443 w 586697"/>
              <a:gd name="connsiteY14" fmla="*/ 3382 h 649177"/>
              <a:gd name="connsiteX15" fmla="*/ 46630 w 586697"/>
              <a:gd name="connsiteY15" fmla="*/ 60532 h 649177"/>
              <a:gd name="connsiteX16" fmla="*/ 47583 w 586697"/>
              <a:gd name="connsiteY16" fmla="*/ 62437 h 649177"/>
              <a:gd name="connsiteX17" fmla="*/ 212365 w 586697"/>
              <a:gd name="connsiteY17" fmla="*/ 431055 h 649177"/>
              <a:gd name="connsiteX18" fmla="*/ 186648 w 586697"/>
              <a:gd name="connsiteY18" fmla="*/ 436770 h 649177"/>
              <a:gd name="connsiteX19" fmla="*/ 70443 w 586697"/>
              <a:gd name="connsiteY19" fmla="*/ 356760 h 649177"/>
              <a:gd name="connsiteX20" fmla="*/ 10435 w 586697"/>
              <a:gd name="connsiteY20" fmla="*/ 363427 h 649177"/>
              <a:gd name="connsiteX21" fmla="*/ 19008 w 586697"/>
              <a:gd name="connsiteY21" fmla="*/ 428197 h 649177"/>
              <a:gd name="connsiteX22" fmla="*/ 199983 w 586697"/>
              <a:gd name="connsiteY22" fmla="*/ 552022 h 649177"/>
              <a:gd name="connsiteX23" fmla="*/ 215223 w 586697"/>
              <a:gd name="connsiteY23" fmla="*/ 558690 h 649177"/>
              <a:gd name="connsiteX24" fmla="*/ 328570 w 586697"/>
              <a:gd name="connsiteY24" fmla="*/ 585360 h 649177"/>
              <a:gd name="connsiteX25" fmla="*/ 332380 w 586697"/>
              <a:gd name="connsiteY25" fmla="*/ 590122 h 649177"/>
              <a:gd name="connsiteX26" fmla="*/ 359050 w 586697"/>
              <a:gd name="connsiteY26" fmla="*/ 649177 h 649177"/>
              <a:gd name="connsiteX27" fmla="*/ 586698 w 586697"/>
              <a:gd name="connsiteY27" fmla="*/ 546307 h 649177"/>
              <a:gd name="connsiteX28" fmla="*/ 568600 w 586697"/>
              <a:gd name="connsiteY28" fmla="*/ 507255 h 6491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586697" h="649177">
                <a:moveTo>
                  <a:pt x="568600" y="507255"/>
                </a:moveTo>
                <a:cubicBezTo>
                  <a:pt x="543835" y="452010"/>
                  <a:pt x="604795" y="418672"/>
                  <a:pt x="557170" y="313897"/>
                </a:cubicBezTo>
                <a:cubicBezTo>
                  <a:pt x="545740" y="289132"/>
                  <a:pt x="508593" y="206265"/>
                  <a:pt x="493353" y="172927"/>
                </a:cubicBezTo>
                <a:cubicBezTo>
                  <a:pt x="481923" y="147210"/>
                  <a:pt x="451443" y="134827"/>
                  <a:pt x="424773" y="147210"/>
                </a:cubicBezTo>
                <a:cubicBezTo>
                  <a:pt x="413343" y="151972"/>
                  <a:pt x="404770" y="160545"/>
                  <a:pt x="399055" y="171975"/>
                </a:cubicBezTo>
                <a:cubicBezTo>
                  <a:pt x="399055" y="172927"/>
                  <a:pt x="398103" y="172927"/>
                  <a:pt x="397150" y="171975"/>
                </a:cubicBezTo>
                <a:cubicBezTo>
                  <a:pt x="395245" y="167212"/>
                  <a:pt x="393340" y="163402"/>
                  <a:pt x="389530" y="159592"/>
                </a:cubicBezTo>
                <a:cubicBezTo>
                  <a:pt x="380005" y="147210"/>
                  <a:pt x="365718" y="139590"/>
                  <a:pt x="350478" y="139590"/>
                </a:cubicBezTo>
                <a:cubicBezTo>
                  <a:pt x="328570" y="138637"/>
                  <a:pt x="309520" y="151972"/>
                  <a:pt x="300948" y="171022"/>
                </a:cubicBezTo>
                <a:cubicBezTo>
                  <a:pt x="300948" y="171975"/>
                  <a:pt x="299995" y="171975"/>
                  <a:pt x="299043" y="171022"/>
                </a:cubicBezTo>
                <a:cubicBezTo>
                  <a:pt x="281898" y="149115"/>
                  <a:pt x="250465" y="145305"/>
                  <a:pt x="227605" y="162450"/>
                </a:cubicBezTo>
                <a:cubicBezTo>
                  <a:pt x="214270" y="171975"/>
                  <a:pt x="206650" y="191025"/>
                  <a:pt x="210460" y="210075"/>
                </a:cubicBezTo>
                <a:cubicBezTo>
                  <a:pt x="210460" y="211027"/>
                  <a:pt x="209508" y="211027"/>
                  <a:pt x="209508" y="210075"/>
                </a:cubicBezTo>
                <a:lnTo>
                  <a:pt x="127593" y="27195"/>
                </a:lnTo>
                <a:cubicBezTo>
                  <a:pt x="118068" y="5287"/>
                  <a:pt x="92350" y="-6143"/>
                  <a:pt x="70443" y="3382"/>
                </a:cubicBezTo>
                <a:cubicBezTo>
                  <a:pt x="48535" y="12907"/>
                  <a:pt x="37105" y="38625"/>
                  <a:pt x="46630" y="60532"/>
                </a:cubicBezTo>
                <a:cubicBezTo>
                  <a:pt x="46630" y="61485"/>
                  <a:pt x="47583" y="61485"/>
                  <a:pt x="47583" y="62437"/>
                </a:cubicBezTo>
                <a:lnTo>
                  <a:pt x="212365" y="431055"/>
                </a:lnTo>
                <a:lnTo>
                  <a:pt x="186648" y="436770"/>
                </a:lnTo>
                <a:lnTo>
                  <a:pt x="70443" y="356760"/>
                </a:lnTo>
                <a:cubicBezTo>
                  <a:pt x="51393" y="343425"/>
                  <a:pt x="24723" y="346282"/>
                  <a:pt x="10435" y="363427"/>
                </a:cubicBezTo>
                <a:cubicBezTo>
                  <a:pt x="-6710" y="383430"/>
                  <a:pt x="-1947" y="413910"/>
                  <a:pt x="19008" y="428197"/>
                </a:cubicBezTo>
                <a:lnTo>
                  <a:pt x="199983" y="552022"/>
                </a:lnTo>
                <a:cubicBezTo>
                  <a:pt x="204745" y="554880"/>
                  <a:pt x="209508" y="557737"/>
                  <a:pt x="215223" y="558690"/>
                </a:cubicBezTo>
                <a:lnTo>
                  <a:pt x="328570" y="585360"/>
                </a:lnTo>
                <a:lnTo>
                  <a:pt x="332380" y="590122"/>
                </a:lnTo>
                <a:lnTo>
                  <a:pt x="359050" y="649177"/>
                </a:lnTo>
                <a:lnTo>
                  <a:pt x="586698" y="546307"/>
                </a:lnTo>
                <a:lnTo>
                  <a:pt x="568600" y="507255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atinLnBrk="0"/>
            <a:endParaRPr lang="en-US" sz="160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CDDD329D-C3B2-A160-58F8-DB344E6D62D7}"/>
              </a:ext>
            </a:extLst>
          </p:cNvPr>
          <p:cNvSpPr txBox="1"/>
          <p:nvPr/>
        </p:nvSpPr>
        <p:spPr>
          <a:xfrm>
            <a:off x="3282450" y="3598341"/>
            <a:ext cx="644263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Touch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5FCB07D1-F8F0-DB67-9503-A84123B4F789}"/>
              </a:ext>
            </a:extLst>
          </p:cNvPr>
          <p:cNvSpPr txBox="1"/>
          <p:nvPr/>
        </p:nvSpPr>
        <p:spPr>
          <a:xfrm>
            <a:off x="6637560" y="4792176"/>
            <a:ext cx="345058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</a:t>
            </a:r>
            <a:r>
              <a:rPr lang="en-US" sz="1600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1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F6F784E2-6FFE-579D-13A6-2ECBBDB536D8}"/>
              </a:ext>
            </a:extLst>
          </p:cNvPr>
          <p:cNvSpPr txBox="1"/>
          <p:nvPr/>
        </p:nvSpPr>
        <p:spPr>
          <a:xfrm>
            <a:off x="7129633" y="4994116"/>
            <a:ext cx="2536716" cy="338554"/>
          </a:xfrm>
          <a:prstGeom prst="rect">
            <a:avLst/>
          </a:prstGeom>
          <a:solidFill>
            <a:sysClr val="window" lastClr="FFFFFF"/>
          </a:solidFill>
          <a:ln>
            <a:solidFill>
              <a:sysClr val="windowText" lastClr="000000"/>
            </a:solidFill>
          </a:ln>
        </p:spPr>
        <p:txBody>
          <a:bodyPr wrap="square" lIns="0" rIns="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Utilization clamping (EAS)</a:t>
            </a:r>
          </a:p>
        </p:txBody>
      </p: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C5B9FD87-2FAC-7352-29BD-2C95EEB7AE2A}"/>
              </a:ext>
            </a:extLst>
          </p:cNvPr>
          <p:cNvCxnSpPr>
            <a:cxnSpLocks/>
          </p:cNvCxnSpPr>
          <p:nvPr/>
        </p:nvCxnSpPr>
        <p:spPr>
          <a:xfrm>
            <a:off x="2781778" y="3662883"/>
            <a:ext cx="0" cy="1739111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4" name="직선 화살표 연결선 143">
            <a:extLst>
              <a:ext uri="{FF2B5EF4-FFF2-40B4-BE49-F238E27FC236}">
                <a16:creationId xmlns:a16="http://schemas.microsoft.com/office/drawing/2014/main" id="{F209C03B-4145-FB06-9482-E29961B1D53C}"/>
              </a:ext>
            </a:extLst>
          </p:cNvPr>
          <p:cNvCxnSpPr>
            <a:cxnSpLocks/>
          </p:cNvCxnSpPr>
          <p:nvPr/>
        </p:nvCxnSpPr>
        <p:spPr>
          <a:xfrm>
            <a:off x="2850036" y="3758673"/>
            <a:ext cx="0" cy="1551813"/>
          </a:xfrm>
          <a:prstGeom prst="straightConnector1">
            <a:avLst/>
          </a:prstGeom>
          <a:noFill/>
          <a:ln w="28575" cap="flat" cmpd="sng" algn="ctr">
            <a:solidFill>
              <a:srgbClr val="0070C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BFBA9C93-F3E3-2932-68D0-0B440E0BB704}"/>
              </a:ext>
            </a:extLst>
          </p:cNvPr>
          <p:cNvSpPr txBox="1"/>
          <p:nvPr/>
        </p:nvSpPr>
        <p:spPr>
          <a:xfrm>
            <a:off x="2670952" y="3965147"/>
            <a:ext cx="101277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Seq</a:t>
            </a:r>
            <a:r>
              <a:rPr lang="en-US" sz="1600" baseline="-250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600" baseline="-25000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3442D9D5-3EA9-5972-7D99-95ED97210D86}"/>
              </a:ext>
            </a:extLst>
          </p:cNvPr>
          <p:cNvSpPr txBox="1"/>
          <p:nvPr/>
        </p:nvSpPr>
        <p:spPr>
          <a:xfrm>
            <a:off x="2670951" y="4942555"/>
            <a:ext cx="101277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Seq</a:t>
            </a:r>
            <a:r>
              <a:rPr lang="en-US" sz="1600" baseline="-250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en-US" sz="1600" baseline="-25000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D5EE1196-2B80-F233-16EB-BEB2F3A8C993}"/>
              </a:ext>
            </a:extLst>
          </p:cNvPr>
          <p:cNvSpPr/>
          <p:nvPr/>
        </p:nvSpPr>
        <p:spPr>
          <a:xfrm>
            <a:off x="3438612" y="3996892"/>
            <a:ext cx="955273" cy="169975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5C0DFD66-EDB7-8944-4DC8-AE0ECCF0A57F}"/>
              </a:ext>
            </a:extLst>
          </p:cNvPr>
          <p:cNvSpPr txBox="1"/>
          <p:nvPr/>
        </p:nvSpPr>
        <p:spPr>
          <a:xfrm>
            <a:off x="3576432" y="3821147"/>
            <a:ext cx="681351" cy="492443"/>
          </a:xfrm>
          <a:prstGeom prst="rect">
            <a:avLst/>
          </a:prstGeom>
          <a:solidFill>
            <a:sysClr val="window" lastClr="FFFFFF"/>
          </a:solidFill>
          <a:ln>
            <a:solidFill>
              <a:sysClr val="windowText" lastClr="000000"/>
            </a:solidFill>
          </a:ln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Word2</a:t>
            </a:r>
            <a:b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EE9FCBA-70FF-4E6C-5202-404D91148F4A}"/>
              </a:ext>
            </a:extLst>
          </p:cNvPr>
          <p:cNvSpPr txBox="1"/>
          <p:nvPr/>
        </p:nvSpPr>
        <p:spPr>
          <a:xfrm>
            <a:off x="4625466" y="4204782"/>
            <a:ext cx="72088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</a:t>
            </a:r>
            <a:r>
              <a:rPr lang="en-US" sz="1600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600" baseline="-250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0E464BD4-9402-CC77-94D5-0390094831AA}"/>
              </a:ext>
            </a:extLst>
          </p:cNvPr>
          <p:cNvSpPr txBox="1"/>
          <p:nvPr/>
        </p:nvSpPr>
        <p:spPr>
          <a:xfrm>
            <a:off x="4622556" y="5208950"/>
            <a:ext cx="72088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</a:t>
            </a:r>
            <a:r>
              <a:rPr lang="en-US" sz="1600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en-US" sz="1600" baseline="-250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cxnSp>
        <p:nvCxnSpPr>
          <p:cNvPr id="151" name="직선 화살표 연결선 150">
            <a:extLst>
              <a:ext uri="{FF2B5EF4-FFF2-40B4-BE49-F238E27FC236}">
                <a16:creationId xmlns:a16="http://schemas.microsoft.com/office/drawing/2014/main" id="{38680316-E593-9BF6-4531-422552BE0098}"/>
              </a:ext>
            </a:extLst>
          </p:cNvPr>
          <p:cNvCxnSpPr>
            <a:cxnSpLocks/>
          </p:cNvCxnSpPr>
          <p:nvPr/>
        </p:nvCxnSpPr>
        <p:spPr>
          <a:xfrm>
            <a:off x="2894279" y="3757478"/>
            <a:ext cx="0" cy="517955"/>
          </a:xfrm>
          <a:prstGeom prst="straightConnector1">
            <a:avLst/>
          </a:prstGeom>
          <a:noFill/>
          <a:ln w="28575" cap="flat" cmpd="sng" algn="ctr">
            <a:solidFill>
              <a:srgbClr val="C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BAB63A04-5E01-BD72-E9F2-612FA7272B27}"/>
              </a:ext>
            </a:extLst>
          </p:cNvPr>
          <p:cNvSpPr txBox="1"/>
          <p:nvPr/>
        </p:nvSpPr>
        <p:spPr>
          <a:xfrm>
            <a:off x="6205219" y="3634610"/>
            <a:ext cx="789617" cy="830997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 latinLnBrk="0"/>
            <a:r>
              <a:rPr lang="en-US" sz="16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</a:t>
            </a:r>
            <a:br>
              <a:rPr lang="en-US" sz="16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6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page </a:t>
            </a:r>
            <a:br>
              <a:rPr lang="en-US" sz="16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6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load?</a:t>
            </a:r>
            <a:endParaRPr lang="en-US" sz="1600" i="1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037631CD-9839-7ECF-9895-B5EE89FBCD17}"/>
              </a:ext>
            </a:extLst>
          </p:cNvPr>
          <p:cNvSpPr txBox="1"/>
          <p:nvPr/>
        </p:nvSpPr>
        <p:spPr>
          <a:xfrm>
            <a:off x="6200137" y="4410885"/>
            <a:ext cx="337573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latinLnBrk="0"/>
            <a:r>
              <a:rPr lang="en-US" sz="1600" dirty="0"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Yes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1C3489C6-C5C4-D20D-6CB1-4B43D93586C1}"/>
              </a:ext>
            </a:extLst>
          </p:cNvPr>
          <p:cNvSpPr txBox="1"/>
          <p:nvPr/>
        </p:nvSpPr>
        <p:spPr>
          <a:xfrm rot="16200000">
            <a:off x="2707208" y="2264930"/>
            <a:ext cx="7296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</a:t>
            </a:r>
          </a:p>
        </p:txBody>
      </p:sp>
      <p:sp>
        <p:nvSpPr>
          <p:cNvPr id="157" name="화살표: 오른쪽 156">
            <a:extLst>
              <a:ext uri="{FF2B5EF4-FFF2-40B4-BE49-F238E27FC236}">
                <a16:creationId xmlns:a16="http://schemas.microsoft.com/office/drawing/2014/main" id="{0FD37062-23FA-10A4-67A9-28620684049D}"/>
              </a:ext>
            </a:extLst>
          </p:cNvPr>
          <p:cNvSpPr/>
          <p:nvPr/>
        </p:nvSpPr>
        <p:spPr>
          <a:xfrm rot="10800000">
            <a:off x="2907611" y="3705496"/>
            <a:ext cx="145499" cy="82207"/>
          </a:xfrm>
          <a:prstGeom prst="rightArrow">
            <a:avLst/>
          </a:prstGeom>
          <a:solidFill>
            <a:sysClr val="windowText" lastClr="0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E27388FF-38F0-6527-4FB4-A2797A7B0DED}"/>
              </a:ext>
            </a:extLst>
          </p:cNvPr>
          <p:cNvSpPr txBox="1"/>
          <p:nvPr/>
        </p:nvSpPr>
        <p:spPr>
          <a:xfrm rot="16200000">
            <a:off x="2283947" y="4970080"/>
            <a:ext cx="7296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</a:t>
            </a:r>
          </a:p>
        </p:txBody>
      </p:sp>
      <p:sp>
        <p:nvSpPr>
          <p:cNvPr id="159" name="화살표: 오른쪽 158">
            <a:extLst>
              <a:ext uri="{FF2B5EF4-FFF2-40B4-BE49-F238E27FC236}">
                <a16:creationId xmlns:a16="http://schemas.microsoft.com/office/drawing/2014/main" id="{03848BA5-7D44-1FB2-6DEA-772C4F9E965C}"/>
              </a:ext>
            </a:extLst>
          </p:cNvPr>
          <p:cNvSpPr/>
          <p:nvPr/>
        </p:nvSpPr>
        <p:spPr>
          <a:xfrm>
            <a:off x="3445574" y="5009663"/>
            <a:ext cx="948311" cy="169975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95A7A3D2-618D-CD37-1E5B-3685444ABCD0}"/>
              </a:ext>
            </a:extLst>
          </p:cNvPr>
          <p:cNvSpPr txBox="1"/>
          <p:nvPr/>
        </p:nvSpPr>
        <p:spPr>
          <a:xfrm>
            <a:off x="3576432" y="4833918"/>
            <a:ext cx="681352" cy="492443"/>
          </a:xfrm>
          <a:prstGeom prst="rect">
            <a:avLst/>
          </a:prstGeom>
          <a:solidFill>
            <a:sysClr val="window" lastClr="FFFFFF"/>
          </a:solidFill>
          <a:ln>
            <a:solidFill>
              <a:sysClr val="windowText" lastClr="000000"/>
            </a:solidFill>
          </a:ln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Word2</a:t>
            </a:r>
            <a:b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</a:p>
        </p:txBody>
      </p:sp>
      <p:graphicFrame>
        <p:nvGraphicFramePr>
          <p:cNvPr id="161" name="표 160">
            <a:extLst>
              <a:ext uri="{FF2B5EF4-FFF2-40B4-BE49-F238E27FC236}">
                <a16:creationId xmlns:a16="http://schemas.microsoft.com/office/drawing/2014/main" id="{A4B582A9-0B44-5419-44C1-69FF661D7D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951278"/>
              </p:ext>
            </p:extLst>
          </p:nvPr>
        </p:nvGraphicFramePr>
        <p:xfrm>
          <a:off x="4463692" y="3965147"/>
          <a:ext cx="1047055" cy="228600"/>
        </p:xfrm>
        <a:graphic>
          <a:graphicData uri="http://schemas.openxmlformats.org/drawingml/2006/table">
            <a:tbl>
              <a:tblPr firstRow="1" bandRow="1"/>
              <a:tblGrid>
                <a:gridCol w="208280">
                  <a:extLst>
                    <a:ext uri="{9D8B030D-6E8A-4147-A177-3AD203B41FA5}">
                      <a16:colId xmlns:a16="http://schemas.microsoft.com/office/drawing/2014/main" val="2043319708"/>
                    </a:ext>
                  </a:extLst>
                </a:gridCol>
                <a:gridCol w="210542">
                  <a:extLst>
                    <a:ext uri="{9D8B030D-6E8A-4147-A177-3AD203B41FA5}">
                      <a16:colId xmlns:a16="http://schemas.microsoft.com/office/drawing/2014/main" val="740334181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949801005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479993099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871002356"/>
                    </a:ext>
                  </a:extLst>
                </a:gridCol>
              </a:tblGrid>
              <a:tr h="191392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E2E2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E9A9A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E2E2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12525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E9A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997352"/>
                  </a:ext>
                </a:extLst>
              </a:tr>
            </a:tbl>
          </a:graphicData>
        </a:graphic>
      </p:graphicFrame>
      <p:graphicFrame>
        <p:nvGraphicFramePr>
          <p:cNvPr id="162" name="표 161">
            <a:extLst>
              <a:ext uri="{FF2B5EF4-FFF2-40B4-BE49-F238E27FC236}">
                <a16:creationId xmlns:a16="http://schemas.microsoft.com/office/drawing/2014/main" id="{BCAE7BDF-C451-193C-B8A1-A8B99ED247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786951"/>
              </p:ext>
            </p:extLst>
          </p:nvPr>
        </p:nvGraphicFramePr>
        <p:xfrm>
          <a:off x="4463692" y="4980350"/>
          <a:ext cx="1047055" cy="228600"/>
        </p:xfrm>
        <a:graphic>
          <a:graphicData uri="http://schemas.openxmlformats.org/drawingml/2006/table">
            <a:tbl>
              <a:tblPr firstRow="1" bandRow="1"/>
              <a:tblGrid>
                <a:gridCol w="208280">
                  <a:extLst>
                    <a:ext uri="{9D8B030D-6E8A-4147-A177-3AD203B41FA5}">
                      <a16:colId xmlns:a16="http://schemas.microsoft.com/office/drawing/2014/main" val="2043319708"/>
                    </a:ext>
                  </a:extLst>
                </a:gridCol>
                <a:gridCol w="210542">
                  <a:extLst>
                    <a:ext uri="{9D8B030D-6E8A-4147-A177-3AD203B41FA5}">
                      <a16:colId xmlns:a16="http://schemas.microsoft.com/office/drawing/2014/main" val="740334181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949801005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479993099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871002356"/>
                    </a:ext>
                  </a:extLst>
                </a:gridCol>
              </a:tblGrid>
              <a:tr h="191392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7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60000"/>
                        <a:lumOff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997352"/>
                  </a:ext>
                </a:extLst>
              </a:tr>
            </a:tbl>
          </a:graphicData>
        </a:graphic>
      </p:graphicFrame>
      <p:sp>
        <p:nvSpPr>
          <p:cNvPr id="163" name="화살표: 오른쪽 162">
            <a:extLst>
              <a:ext uri="{FF2B5EF4-FFF2-40B4-BE49-F238E27FC236}">
                <a16:creationId xmlns:a16="http://schemas.microsoft.com/office/drawing/2014/main" id="{FC51E09B-5F73-DB5B-141F-4485E1A01A73}"/>
              </a:ext>
            </a:extLst>
          </p:cNvPr>
          <p:cNvSpPr/>
          <p:nvPr/>
        </p:nvSpPr>
        <p:spPr>
          <a:xfrm>
            <a:off x="5574547" y="3996892"/>
            <a:ext cx="728441" cy="169975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221" name="그룹 220">
            <a:extLst>
              <a:ext uri="{FF2B5EF4-FFF2-40B4-BE49-F238E27FC236}">
                <a16:creationId xmlns:a16="http://schemas.microsoft.com/office/drawing/2014/main" id="{6B2375CB-E80D-F31A-7005-9323160A99BA}"/>
              </a:ext>
            </a:extLst>
          </p:cNvPr>
          <p:cNvGrpSpPr/>
          <p:nvPr/>
        </p:nvGrpSpPr>
        <p:grpSpPr>
          <a:xfrm>
            <a:off x="5676474" y="3652127"/>
            <a:ext cx="455063" cy="548672"/>
            <a:chOff x="5676474" y="3652127"/>
            <a:chExt cx="455063" cy="548672"/>
          </a:xfrm>
        </p:grpSpPr>
        <p:pic>
          <p:nvPicPr>
            <p:cNvPr id="165" name="그림 164">
              <a:extLst>
                <a:ext uri="{FF2B5EF4-FFF2-40B4-BE49-F238E27FC236}">
                  <a16:creationId xmlns:a16="http://schemas.microsoft.com/office/drawing/2014/main" id="{474B2B8F-FB10-047D-ACBE-F752CD7E06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61204" y="3652127"/>
              <a:ext cx="285601" cy="252000"/>
            </a:xfrm>
            <a:prstGeom prst="rect">
              <a:avLst/>
            </a:prstGeom>
          </p:spPr>
        </p:pic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F642DFB4-42A6-DDF8-39E9-4092F9DD195B}"/>
                </a:ext>
              </a:extLst>
            </p:cNvPr>
            <p:cNvSpPr txBox="1"/>
            <p:nvPr/>
          </p:nvSpPr>
          <p:spPr>
            <a:xfrm>
              <a:off x="5676474" y="3954578"/>
              <a:ext cx="455063" cy="246221"/>
            </a:xfrm>
            <a:prstGeom prst="rect">
              <a:avLst/>
            </a:prstGeom>
            <a:solidFill>
              <a:sysClr val="window" lastClr="FFFFFF"/>
            </a:solidFill>
            <a:ln>
              <a:solidFill>
                <a:sysClr val="windowText" lastClr="000000"/>
              </a:solidFill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LR</a:t>
              </a:r>
            </a:p>
          </p:txBody>
        </p:sp>
      </p:grpSp>
      <p:cxnSp>
        <p:nvCxnSpPr>
          <p:cNvPr id="167" name="연결선: 꺾임 166">
            <a:extLst>
              <a:ext uri="{FF2B5EF4-FFF2-40B4-BE49-F238E27FC236}">
                <a16:creationId xmlns:a16="http://schemas.microsoft.com/office/drawing/2014/main" id="{71EF0E9F-5DA7-5A43-0277-FC977EFDB09C}"/>
              </a:ext>
            </a:extLst>
          </p:cNvPr>
          <p:cNvCxnSpPr>
            <a:cxnSpLocks/>
            <a:stCxn id="152" idx="2"/>
            <a:endCxn id="146" idx="0"/>
          </p:cNvCxnSpPr>
          <p:nvPr/>
        </p:nvCxnSpPr>
        <p:spPr>
          <a:xfrm rot="5400000">
            <a:off x="4650211" y="2992738"/>
            <a:ext cx="476948" cy="3422687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화살표: 오른쪽 167">
            <a:extLst>
              <a:ext uri="{FF2B5EF4-FFF2-40B4-BE49-F238E27FC236}">
                <a16:creationId xmlns:a16="http://schemas.microsoft.com/office/drawing/2014/main" id="{0D519E1F-92CB-CC0A-75C4-91E73EB25CB3}"/>
              </a:ext>
            </a:extLst>
          </p:cNvPr>
          <p:cNvSpPr/>
          <p:nvPr/>
        </p:nvSpPr>
        <p:spPr>
          <a:xfrm>
            <a:off x="5600339" y="4889344"/>
            <a:ext cx="1025297" cy="169975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69" name="화살표: 오른쪽 168">
            <a:extLst>
              <a:ext uri="{FF2B5EF4-FFF2-40B4-BE49-F238E27FC236}">
                <a16:creationId xmlns:a16="http://schemas.microsoft.com/office/drawing/2014/main" id="{3AC6154A-13DA-353F-EE9E-3D928A2047E9}"/>
              </a:ext>
            </a:extLst>
          </p:cNvPr>
          <p:cNvSpPr/>
          <p:nvPr/>
        </p:nvSpPr>
        <p:spPr>
          <a:xfrm>
            <a:off x="5600339" y="5199804"/>
            <a:ext cx="1025297" cy="169975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220" name="그룹 219">
            <a:extLst>
              <a:ext uri="{FF2B5EF4-FFF2-40B4-BE49-F238E27FC236}">
                <a16:creationId xmlns:a16="http://schemas.microsoft.com/office/drawing/2014/main" id="{7FD7F7F1-A829-14C3-9C45-28EC61A8A495}"/>
              </a:ext>
            </a:extLst>
          </p:cNvPr>
          <p:cNvGrpSpPr/>
          <p:nvPr/>
        </p:nvGrpSpPr>
        <p:grpSpPr>
          <a:xfrm>
            <a:off x="5632577" y="4841574"/>
            <a:ext cx="791747" cy="252000"/>
            <a:chOff x="5632577" y="4841574"/>
            <a:chExt cx="791747" cy="252000"/>
          </a:xfrm>
        </p:grpSpPr>
        <p:pic>
          <p:nvPicPr>
            <p:cNvPr id="171" name="그림 170">
              <a:extLst>
                <a:ext uri="{FF2B5EF4-FFF2-40B4-BE49-F238E27FC236}">
                  <a16:creationId xmlns:a16="http://schemas.microsoft.com/office/drawing/2014/main" id="{1AC9D234-333C-3E80-6170-316280D2F5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32577" y="4841574"/>
              <a:ext cx="285601" cy="252000"/>
            </a:xfrm>
            <a:prstGeom prst="rect">
              <a:avLst/>
            </a:prstGeom>
          </p:spPr>
        </p:pic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11EA58D3-8810-DC6D-6C10-FE537A8BD067}"/>
                </a:ext>
              </a:extLst>
            </p:cNvPr>
            <p:cNvSpPr txBox="1"/>
            <p:nvPr/>
          </p:nvSpPr>
          <p:spPr>
            <a:xfrm>
              <a:off x="5969261" y="4843057"/>
              <a:ext cx="455063" cy="246221"/>
            </a:xfrm>
            <a:prstGeom prst="rect">
              <a:avLst/>
            </a:prstGeom>
            <a:solidFill>
              <a:sysClr val="window" lastClr="FFFFFF"/>
            </a:solidFill>
            <a:ln>
              <a:solidFill>
                <a:sysClr val="windowText" lastClr="000000"/>
              </a:solidFill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NN</a:t>
              </a:r>
              <a:r>
                <a:rPr kumimoji="0" lang="en-US" sz="16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</p:grpSp>
      <p:grpSp>
        <p:nvGrpSpPr>
          <p:cNvPr id="219" name="그룹 218">
            <a:extLst>
              <a:ext uri="{FF2B5EF4-FFF2-40B4-BE49-F238E27FC236}">
                <a16:creationId xmlns:a16="http://schemas.microsoft.com/office/drawing/2014/main" id="{63951E1F-46B6-6A27-34BC-26A7587771B9}"/>
              </a:ext>
            </a:extLst>
          </p:cNvPr>
          <p:cNvGrpSpPr/>
          <p:nvPr/>
        </p:nvGrpSpPr>
        <p:grpSpPr>
          <a:xfrm>
            <a:off x="5632577" y="5153625"/>
            <a:ext cx="791747" cy="252000"/>
            <a:chOff x="5632577" y="5153625"/>
            <a:chExt cx="791747" cy="252000"/>
          </a:xfrm>
        </p:grpSpPr>
        <p:pic>
          <p:nvPicPr>
            <p:cNvPr id="174" name="그림 173">
              <a:extLst>
                <a:ext uri="{FF2B5EF4-FFF2-40B4-BE49-F238E27FC236}">
                  <a16:creationId xmlns:a16="http://schemas.microsoft.com/office/drawing/2014/main" id="{EE0555CD-94A5-3F82-E68F-BC7D3C5BDC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32577" y="5153625"/>
              <a:ext cx="285601" cy="252000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4D43B108-9A5F-DF11-192C-A4438C6DB08F}"/>
                </a:ext>
              </a:extLst>
            </p:cNvPr>
            <p:cNvSpPr txBox="1"/>
            <p:nvPr/>
          </p:nvSpPr>
          <p:spPr>
            <a:xfrm>
              <a:off x="5969261" y="5155773"/>
              <a:ext cx="455063" cy="246221"/>
            </a:xfrm>
            <a:prstGeom prst="rect">
              <a:avLst/>
            </a:prstGeom>
            <a:solidFill>
              <a:sysClr val="window" lastClr="FFFFFF"/>
            </a:solidFill>
            <a:ln>
              <a:solidFill>
                <a:sysClr val="windowText" lastClr="000000"/>
              </a:solidFill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NN</a:t>
              </a:r>
              <a:r>
                <a:rPr kumimoji="0" lang="en-US" sz="16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2</a:t>
              </a: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</p:grpSp>
      <p:sp>
        <p:nvSpPr>
          <p:cNvPr id="176" name="TextBox 175">
            <a:extLst>
              <a:ext uri="{FF2B5EF4-FFF2-40B4-BE49-F238E27FC236}">
                <a16:creationId xmlns:a16="http://schemas.microsoft.com/office/drawing/2014/main" id="{6300536E-031E-FE9B-3FB0-CFCB27FABD09}"/>
              </a:ext>
            </a:extLst>
          </p:cNvPr>
          <p:cNvSpPr txBox="1"/>
          <p:nvPr/>
        </p:nvSpPr>
        <p:spPr>
          <a:xfrm>
            <a:off x="6637559" y="5108328"/>
            <a:ext cx="34505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</a:t>
            </a:r>
            <a:r>
              <a:rPr lang="en-US" sz="1600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2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50C949BC-4618-5CD8-618D-0549CD2FF4E2}"/>
              </a:ext>
            </a:extLst>
          </p:cNvPr>
          <p:cNvSpPr txBox="1"/>
          <p:nvPr/>
        </p:nvSpPr>
        <p:spPr>
          <a:xfrm>
            <a:off x="7066433" y="3066322"/>
            <a:ext cx="2654451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atinLnBrk="0"/>
            <a:r>
              <a:rPr lang="en-US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Interaction-Adaptive Clamping </a:t>
            </a:r>
            <a:r>
              <a:rPr lang="en-US" altLang="ko-KR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(§4.4)</a:t>
            </a:r>
            <a:endParaRPr lang="en-US" sz="1600" b="1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7446362F-36A4-7A6B-8273-E5E24F625C12}"/>
              </a:ext>
            </a:extLst>
          </p:cNvPr>
          <p:cNvCxnSpPr>
            <a:cxnSpLocks/>
          </p:cNvCxnSpPr>
          <p:nvPr/>
        </p:nvCxnSpPr>
        <p:spPr>
          <a:xfrm>
            <a:off x="7075359" y="4296866"/>
            <a:ext cx="2590990" cy="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E8FD05EB-84EC-DF0E-4077-6B6BD6CD5761}"/>
              </a:ext>
            </a:extLst>
          </p:cNvPr>
          <p:cNvSpPr txBox="1"/>
          <p:nvPr/>
        </p:nvSpPr>
        <p:spPr>
          <a:xfrm>
            <a:off x="9028387" y="4036206"/>
            <a:ext cx="65202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</a:t>
            </a:r>
          </a:p>
        </p:txBody>
      </p:sp>
      <p:sp>
        <p:nvSpPr>
          <p:cNvPr id="180" name="사각형: 둥근 모서리 179">
            <a:extLst>
              <a:ext uri="{FF2B5EF4-FFF2-40B4-BE49-F238E27FC236}">
                <a16:creationId xmlns:a16="http://schemas.microsoft.com/office/drawing/2014/main" id="{E8897DAB-5428-E964-FFD2-ED5D4D3F17B9}"/>
              </a:ext>
            </a:extLst>
          </p:cNvPr>
          <p:cNvSpPr/>
          <p:nvPr/>
        </p:nvSpPr>
        <p:spPr>
          <a:xfrm>
            <a:off x="7107170" y="4374323"/>
            <a:ext cx="1217474" cy="208118"/>
          </a:xfrm>
          <a:prstGeom prst="roundRect">
            <a:avLst/>
          </a:prstGeom>
          <a:solidFill>
            <a:srgbClr val="00206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1" name="사각형: 둥근 모서리 180">
            <a:extLst>
              <a:ext uri="{FF2B5EF4-FFF2-40B4-BE49-F238E27FC236}">
                <a16:creationId xmlns:a16="http://schemas.microsoft.com/office/drawing/2014/main" id="{73E4DF39-89B6-CECD-4045-4B23058E317B}"/>
              </a:ext>
            </a:extLst>
          </p:cNvPr>
          <p:cNvSpPr/>
          <p:nvPr/>
        </p:nvSpPr>
        <p:spPr>
          <a:xfrm>
            <a:off x="8352862" y="4374323"/>
            <a:ext cx="568370" cy="208118"/>
          </a:xfrm>
          <a:prstGeom prst="roundRect">
            <a:avLst/>
          </a:prstGeom>
          <a:solidFill>
            <a:srgbClr val="70AD47">
              <a:lumMod val="5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2" name="사각형: 둥근 모서리 181">
            <a:extLst>
              <a:ext uri="{FF2B5EF4-FFF2-40B4-BE49-F238E27FC236}">
                <a16:creationId xmlns:a16="http://schemas.microsoft.com/office/drawing/2014/main" id="{924004AF-4C2B-3C7B-3A5A-FADBCB272560}"/>
              </a:ext>
            </a:extLst>
          </p:cNvPr>
          <p:cNvSpPr/>
          <p:nvPr/>
        </p:nvSpPr>
        <p:spPr>
          <a:xfrm>
            <a:off x="8949450" y="4374323"/>
            <a:ext cx="716899" cy="208118"/>
          </a:xfrm>
          <a:prstGeom prst="roundRect">
            <a:avLst/>
          </a:prstGeom>
          <a:solidFill>
            <a:srgbClr val="00206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3" name="사각형: 둥근 모서리 182">
            <a:extLst>
              <a:ext uri="{FF2B5EF4-FFF2-40B4-BE49-F238E27FC236}">
                <a16:creationId xmlns:a16="http://schemas.microsoft.com/office/drawing/2014/main" id="{D2105C90-DC83-76C8-D605-B73247E36EC4}"/>
              </a:ext>
            </a:extLst>
          </p:cNvPr>
          <p:cNvSpPr/>
          <p:nvPr/>
        </p:nvSpPr>
        <p:spPr>
          <a:xfrm>
            <a:off x="7173537" y="3683059"/>
            <a:ext cx="213411" cy="208118"/>
          </a:xfrm>
          <a:prstGeom prst="roundRect">
            <a:avLst/>
          </a:prstGeom>
          <a:solidFill>
            <a:srgbClr val="00206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D72A16C6-D2FB-D6CA-9EC4-CC40F0C4D283}"/>
              </a:ext>
            </a:extLst>
          </p:cNvPr>
          <p:cNvSpPr txBox="1"/>
          <p:nvPr/>
        </p:nvSpPr>
        <p:spPr>
          <a:xfrm>
            <a:off x="7416107" y="3659518"/>
            <a:ext cx="1383698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Non-interactive</a:t>
            </a:r>
          </a:p>
        </p:txBody>
      </p: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F78393A4-147C-0266-241E-65BC7C5DBEB8}"/>
              </a:ext>
            </a:extLst>
          </p:cNvPr>
          <p:cNvSpPr/>
          <p:nvPr/>
        </p:nvSpPr>
        <p:spPr>
          <a:xfrm>
            <a:off x="7171891" y="3921484"/>
            <a:ext cx="213411" cy="208118"/>
          </a:xfrm>
          <a:prstGeom prst="roundRect">
            <a:avLst/>
          </a:prstGeom>
          <a:solidFill>
            <a:srgbClr val="70AD47">
              <a:lumMod val="5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D2CD97BF-896C-5415-1AEC-83C145369B5B}"/>
              </a:ext>
            </a:extLst>
          </p:cNvPr>
          <p:cNvSpPr txBox="1"/>
          <p:nvPr/>
        </p:nvSpPr>
        <p:spPr>
          <a:xfrm>
            <a:off x="7330305" y="3897943"/>
            <a:ext cx="110726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Interactive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7755B6B9-F057-72C9-9FF0-B490D07224B9}"/>
              </a:ext>
            </a:extLst>
          </p:cNvPr>
          <p:cNvSpPr txBox="1"/>
          <p:nvPr/>
        </p:nvSpPr>
        <p:spPr>
          <a:xfrm>
            <a:off x="7315627" y="4611928"/>
            <a:ext cx="80055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</a:t>
            </a:r>
            <a:r>
              <a:rPr lang="en-US" sz="1600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1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B3B99CB8-9AC4-9159-2A3C-EACEFB0326C8}"/>
              </a:ext>
            </a:extLst>
          </p:cNvPr>
          <p:cNvSpPr txBox="1"/>
          <p:nvPr/>
        </p:nvSpPr>
        <p:spPr>
          <a:xfrm>
            <a:off x="8921231" y="4611928"/>
            <a:ext cx="80055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</a:t>
            </a:r>
            <a:r>
              <a:rPr lang="en-US" sz="1600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1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1F69884C-449F-B5B0-3964-E556DA080899}"/>
              </a:ext>
            </a:extLst>
          </p:cNvPr>
          <p:cNvSpPr txBox="1"/>
          <p:nvPr/>
        </p:nvSpPr>
        <p:spPr>
          <a:xfrm>
            <a:off x="8252288" y="4618484"/>
            <a:ext cx="80055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</a:t>
            </a:r>
            <a:r>
              <a:rPr lang="en-US" sz="1600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2</a:t>
            </a:r>
          </a:p>
        </p:txBody>
      </p:sp>
      <p:cxnSp>
        <p:nvCxnSpPr>
          <p:cNvPr id="190" name="직선 화살표 연결선 189">
            <a:extLst>
              <a:ext uri="{FF2B5EF4-FFF2-40B4-BE49-F238E27FC236}">
                <a16:creationId xmlns:a16="http://schemas.microsoft.com/office/drawing/2014/main" id="{D47C5658-3A13-584A-C238-FF74294B4B6A}"/>
              </a:ext>
            </a:extLst>
          </p:cNvPr>
          <p:cNvCxnSpPr/>
          <p:nvPr/>
        </p:nvCxnSpPr>
        <p:spPr>
          <a:xfrm>
            <a:off x="8652568" y="4582440"/>
            <a:ext cx="0" cy="9144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1" name="직선 화살표 연결선 190">
            <a:extLst>
              <a:ext uri="{FF2B5EF4-FFF2-40B4-BE49-F238E27FC236}">
                <a16:creationId xmlns:a16="http://schemas.microsoft.com/office/drawing/2014/main" id="{C352DA1A-E793-F501-45DD-DCE25F0D31BD}"/>
              </a:ext>
            </a:extLst>
          </p:cNvPr>
          <p:cNvCxnSpPr/>
          <p:nvPr/>
        </p:nvCxnSpPr>
        <p:spPr>
          <a:xfrm>
            <a:off x="9303820" y="4582440"/>
            <a:ext cx="0" cy="9144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2" name="직선 화살표 연결선 191">
            <a:extLst>
              <a:ext uri="{FF2B5EF4-FFF2-40B4-BE49-F238E27FC236}">
                <a16:creationId xmlns:a16="http://schemas.microsoft.com/office/drawing/2014/main" id="{AE7789B3-30B8-F68D-B617-5EE216A24EA3}"/>
              </a:ext>
            </a:extLst>
          </p:cNvPr>
          <p:cNvCxnSpPr/>
          <p:nvPr/>
        </p:nvCxnSpPr>
        <p:spPr>
          <a:xfrm>
            <a:off x="7715906" y="4582440"/>
            <a:ext cx="0" cy="9144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7A87F80B-484E-14A6-6ED1-5BD6B8D0708E}"/>
              </a:ext>
            </a:extLst>
          </p:cNvPr>
          <p:cNvCxnSpPr/>
          <p:nvPr/>
        </p:nvCxnSpPr>
        <p:spPr>
          <a:xfrm>
            <a:off x="8652568" y="4891220"/>
            <a:ext cx="0" cy="9144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4" name="직선 화살표 연결선 193">
            <a:extLst>
              <a:ext uri="{FF2B5EF4-FFF2-40B4-BE49-F238E27FC236}">
                <a16:creationId xmlns:a16="http://schemas.microsoft.com/office/drawing/2014/main" id="{5703366D-7F29-901C-7E53-B2EA09C33ED7}"/>
              </a:ext>
            </a:extLst>
          </p:cNvPr>
          <p:cNvCxnSpPr/>
          <p:nvPr/>
        </p:nvCxnSpPr>
        <p:spPr>
          <a:xfrm>
            <a:off x="9303820" y="4891220"/>
            <a:ext cx="0" cy="9144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C385F6FB-93AB-DB47-12C4-092B54233760}"/>
              </a:ext>
            </a:extLst>
          </p:cNvPr>
          <p:cNvCxnSpPr>
            <a:cxnSpLocks/>
          </p:cNvCxnSpPr>
          <p:nvPr/>
        </p:nvCxnSpPr>
        <p:spPr>
          <a:xfrm>
            <a:off x="7715906" y="4891220"/>
            <a:ext cx="0" cy="9144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  <a:tailEnd type="triangle"/>
          </a:ln>
          <a:effectLst/>
        </p:spPr>
      </p:cxnSp>
      <p:sp>
        <p:nvSpPr>
          <p:cNvPr id="196" name="화살표: 오른쪽 195">
            <a:extLst>
              <a:ext uri="{FF2B5EF4-FFF2-40B4-BE49-F238E27FC236}">
                <a16:creationId xmlns:a16="http://schemas.microsoft.com/office/drawing/2014/main" id="{E9AE6837-F622-4A1B-CC03-1ECB3C859A3D}"/>
              </a:ext>
            </a:extLst>
          </p:cNvPr>
          <p:cNvSpPr/>
          <p:nvPr/>
        </p:nvSpPr>
        <p:spPr>
          <a:xfrm>
            <a:off x="4933950" y="1704960"/>
            <a:ext cx="1748310" cy="216199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7" name="화살표: 오른쪽 196">
            <a:extLst>
              <a:ext uri="{FF2B5EF4-FFF2-40B4-BE49-F238E27FC236}">
                <a16:creationId xmlns:a16="http://schemas.microsoft.com/office/drawing/2014/main" id="{EC1746D7-A0CC-41B0-135D-291E4900EB72}"/>
              </a:ext>
            </a:extLst>
          </p:cNvPr>
          <p:cNvSpPr/>
          <p:nvPr/>
        </p:nvSpPr>
        <p:spPr>
          <a:xfrm>
            <a:off x="4933950" y="1941684"/>
            <a:ext cx="1748310" cy="216199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8" name="화살표: 오른쪽 197">
            <a:extLst>
              <a:ext uri="{FF2B5EF4-FFF2-40B4-BE49-F238E27FC236}">
                <a16:creationId xmlns:a16="http://schemas.microsoft.com/office/drawing/2014/main" id="{1A7C4434-7740-26FE-7209-99919D0F662F}"/>
              </a:ext>
            </a:extLst>
          </p:cNvPr>
          <p:cNvSpPr/>
          <p:nvPr/>
        </p:nvSpPr>
        <p:spPr>
          <a:xfrm>
            <a:off x="4933950" y="2403481"/>
            <a:ext cx="1748310" cy="216199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2D5C625D-5D83-3A11-778A-4BA54C9286B0}"/>
              </a:ext>
            </a:extLst>
          </p:cNvPr>
          <p:cNvSpPr txBox="1"/>
          <p:nvPr/>
        </p:nvSpPr>
        <p:spPr>
          <a:xfrm>
            <a:off x="5238029" y="1664793"/>
            <a:ext cx="1074696" cy="972000"/>
          </a:xfrm>
          <a:prstGeom prst="rect">
            <a:avLst/>
          </a:prstGeom>
          <a:solidFill>
            <a:sysClr val="window" lastClr="FFFFFF"/>
          </a:solidFill>
          <a:ln>
            <a:solidFill>
              <a:sysClr val="windowText" lastClr="000000"/>
            </a:solidFill>
          </a:ln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Word2Vec</a:t>
            </a:r>
          </a:p>
        </p:txBody>
      </p:sp>
      <p:graphicFrame>
        <p:nvGraphicFramePr>
          <p:cNvPr id="200" name="표 199">
            <a:extLst>
              <a:ext uri="{FF2B5EF4-FFF2-40B4-BE49-F238E27FC236}">
                <a16:creationId xmlns:a16="http://schemas.microsoft.com/office/drawing/2014/main" id="{0307E931-FB67-9ACF-5A6D-E54C483CDD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6336488"/>
              </p:ext>
            </p:extLst>
          </p:nvPr>
        </p:nvGraphicFramePr>
        <p:xfrm>
          <a:off x="6760520" y="1692559"/>
          <a:ext cx="1047055" cy="228600"/>
        </p:xfrm>
        <a:graphic>
          <a:graphicData uri="http://schemas.openxmlformats.org/drawingml/2006/table">
            <a:tbl>
              <a:tblPr firstRow="1" bandRow="1"/>
              <a:tblGrid>
                <a:gridCol w="208280">
                  <a:extLst>
                    <a:ext uri="{9D8B030D-6E8A-4147-A177-3AD203B41FA5}">
                      <a16:colId xmlns:a16="http://schemas.microsoft.com/office/drawing/2014/main" val="2043319708"/>
                    </a:ext>
                  </a:extLst>
                </a:gridCol>
                <a:gridCol w="210542">
                  <a:extLst>
                    <a:ext uri="{9D8B030D-6E8A-4147-A177-3AD203B41FA5}">
                      <a16:colId xmlns:a16="http://schemas.microsoft.com/office/drawing/2014/main" val="740334181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949801005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479993099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871002356"/>
                    </a:ext>
                  </a:extLst>
                </a:gridCol>
              </a:tblGrid>
              <a:tr h="191392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2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997352"/>
                  </a:ext>
                </a:extLst>
              </a:tr>
            </a:tbl>
          </a:graphicData>
        </a:graphic>
      </p:graphicFrame>
      <p:graphicFrame>
        <p:nvGraphicFramePr>
          <p:cNvPr id="201" name="표 200">
            <a:extLst>
              <a:ext uri="{FF2B5EF4-FFF2-40B4-BE49-F238E27FC236}">
                <a16:creationId xmlns:a16="http://schemas.microsoft.com/office/drawing/2014/main" id="{FFB03D01-E97F-8E75-7C0E-98A37883BF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21500"/>
              </p:ext>
            </p:extLst>
          </p:nvPr>
        </p:nvGraphicFramePr>
        <p:xfrm>
          <a:off x="6760520" y="1946447"/>
          <a:ext cx="1047055" cy="228600"/>
        </p:xfrm>
        <a:graphic>
          <a:graphicData uri="http://schemas.openxmlformats.org/drawingml/2006/table">
            <a:tbl>
              <a:tblPr firstRow="1" bandRow="1"/>
              <a:tblGrid>
                <a:gridCol w="208280">
                  <a:extLst>
                    <a:ext uri="{9D8B030D-6E8A-4147-A177-3AD203B41FA5}">
                      <a16:colId xmlns:a16="http://schemas.microsoft.com/office/drawing/2014/main" val="2043319708"/>
                    </a:ext>
                  </a:extLst>
                </a:gridCol>
                <a:gridCol w="210542">
                  <a:extLst>
                    <a:ext uri="{9D8B030D-6E8A-4147-A177-3AD203B41FA5}">
                      <a16:colId xmlns:a16="http://schemas.microsoft.com/office/drawing/2014/main" val="740334181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949801005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479993099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871002356"/>
                    </a:ext>
                  </a:extLst>
                </a:gridCol>
              </a:tblGrid>
              <a:tr h="191392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2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997352"/>
                  </a:ext>
                </a:extLst>
              </a:tr>
            </a:tbl>
          </a:graphicData>
        </a:graphic>
      </p:graphicFrame>
      <p:graphicFrame>
        <p:nvGraphicFramePr>
          <p:cNvPr id="202" name="표 201">
            <a:extLst>
              <a:ext uri="{FF2B5EF4-FFF2-40B4-BE49-F238E27FC236}">
                <a16:creationId xmlns:a16="http://schemas.microsoft.com/office/drawing/2014/main" id="{D5E744AA-269D-C239-F68B-6C5FD9D816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5511432"/>
              </p:ext>
            </p:extLst>
          </p:nvPr>
        </p:nvGraphicFramePr>
        <p:xfrm>
          <a:off x="6760520" y="2402090"/>
          <a:ext cx="1047055" cy="228600"/>
        </p:xfrm>
        <a:graphic>
          <a:graphicData uri="http://schemas.openxmlformats.org/drawingml/2006/table">
            <a:tbl>
              <a:tblPr firstRow="1" bandRow="1"/>
              <a:tblGrid>
                <a:gridCol w="208280">
                  <a:extLst>
                    <a:ext uri="{9D8B030D-6E8A-4147-A177-3AD203B41FA5}">
                      <a16:colId xmlns:a16="http://schemas.microsoft.com/office/drawing/2014/main" val="2043319708"/>
                    </a:ext>
                  </a:extLst>
                </a:gridCol>
                <a:gridCol w="210542">
                  <a:extLst>
                    <a:ext uri="{9D8B030D-6E8A-4147-A177-3AD203B41FA5}">
                      <a16:colId xmlns:a16="http://schemas.microsoft.com/office/drawing/2014/main" val="740334181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949801005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479993099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871002356"/>
                    </a:ext>
                  </a:extLst>
                </a:gridCol>
              </a:tblGrid>
              <a:tr h="191392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2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997352"/>
                  </a:ext>
                </a:extLst>
              </a:tr>
            </a:tbl>
          </a:graphicData>
        </a:graphic>
      </p:graphicFrame>
      <p:sp>
        <p:nvSpPr>
          <p:cNvPr id="203" name="TextBox 202">
            <a:extLst>
              <a:ext uri="{FF2B5EF4-FFF2-40B4-BE49-F238E27FC236}">
                <a16:creationId xmlns:a16="http://schemas.microsoft.com/office/drawing/2014/main" id="{7A68E002-98CF-E335-3152-F4E116ABC3CA}"/>
              </a:ext>
            </a:extLst>
          </p:cNvPr>
          <p:cNvSpPr txBox="1"/>
          <p:nvPr/>
        </p:nvSpPr>
        <p:spPr>
          <a:xfrm>
            <a:off x="6277224" y="2690664"/>
            <a:ext cx="195230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Embedding vectors</a:t>
            </a:r>
          </a:p>
        </p:txBody>
      </p:sp>
      <p:sp>
        <p:nvSpPr>
          <p:cNvPr id="204" name="오른쪽 중괄호 203">
            <a:extLst>
              <a:ext uri="{FF2B5EF4-FFF2-40B4-BE49-F238E27FC236}">
                <a16:creationId xmlns:a16="http://schemas.microsoft.com/office/drawing/2014/main" id="{DD032063-B250-F559-B6B7-208DA8901AD3}"/>
              </a:ext>
            </a:extLst>
          </p:cNvPr>
          <p:cNvSpPr/>
          <p:nvPr/>
        </p:nvSpPr>
        <p:spPr>
          <a:xfrm>
            <a:off x="7885835" y="1714812"/>
            <a:ext cx="330661" cy="905194"/>
          </a:xfrm>
          <a:prstGeom prst="rightBrace">
            <a:avLst/>
          </a:prstGeom>
          <a:noFill/>
          <a:ln w="381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E564243C-35D1-7FCB-42FE-5673802B4A19}"/>
              </a:ext>
            </a:extLst>
          </p:cNvPr>
          <p:cNvSpPr txBox="1"/>
          <p:nvPr/>
        </p:nvSpPr>
        <p:spPr>
          <a:xfrm>
            <a:off x="8081659" y="1732973"/>
            <a:ext cx="839572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average</a:t>
            </a:r>
          </a:p>
        </p:txBody>
      </p:sp>
      <p:graphicFrame>
        <p:nvGraphicFramePr>
          <p:cNvPr id="206" name="표 205">
            <a:extLst>
              <a:ext uri="{FF2B5EF4-FFF2-40B4-BE49-F238E27FC236}">
                <a16:creationId xmlns:a16="http://schemas.microsoft.com/office/drawing/2014/main" id="{65983384-EE98-4BE5-9BFA-27A9468CCC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1751351"/>
              </p:ext>
            </p:extLst>
          </p:nvPr>
        </p:nvGraphicFramePr>
        <p:xfrm>
          <a:off x="8278021" y="2047960"/>
          <a:ext cx="1047055" cy="228600"/>
        </p:xfrm>
        <a:graphic>
          <a:graphicData uri="http://schemas.openxmlformats.org/drawingml/2006/table">
            <a:tbl>
              <a:tblPr firstRow="1" bandRow="1"/>
              <a:tblGrid>
                <a:gridCol w="208280">
                  <a:extLst>
                    <a:ext uri="{9D8B030D-6E8A-4147-A177-3AD203B41FA5}">
                      <a16:colId xmlns:a16="http://schemas.microsoft.com/office/drawing/2014/main" val="2043319708"/>
                    </a:ext>
                  </a:extLst>
                </a:gridCol>
                <a:gridCol w="210542">
                  <a:extLst>
                    <a:ext uri="{9D8B030D-6E8A-4147-A177-3AD203B41FA5}">
                      <a16:colId xmlns:a16="http://schemas.microsoft.com/office/drawing/2014/main" val="740334181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949801005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479993099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871002356"/>
                    </a:ext>
                  </a:extLst>
                </a:gridCol>
              </a:tblGrid>
              <a:tr h="191392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2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997352"/>
                  </a:ext>
                </a:extLst>
              </a:tr>
            </a:tbl>
          </a:graphicData>
        </a:graphic>
      </p:graphicFrame>
      <p:sp>
        <p:nvSpPr>
          <p:cNvPr id="207" name="TextBox 206">
            <a:extLst>
              <a:ext uri="{FF2B5EF4-FFF2-40B4-BE49-F238E27FC236}">
                <a16:creationId xmlns:a16="http://schemas.microsoft.com/office/drawing/2014/main" id="{249D1357-8CEC-A25C-1A36-E62034F81E4E}"/>
              </a:ext>
            </a:extLst>
          </p:cNvPr>
          <p:cNvSpPr txBox="1"/>
          <p:nvPr/>
        </p:nvSpPr>
        <p:spPr>
          <a:xfrm>
            <a:off x="8246564" y="2274100"/>
            <a:ext cx="107469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Final vector</a:t>
            </a:r>
          </a:p>
        </p:txBody>
      </p:sp>
    </p:spTree>
    <p:extLst>
      <p:ext uri="{BB962C8B-B14F-4D97-AF65-F5344CB8AC3E}">
        <p14:creationId xmlns:p14="http://schemas.microsoft.com/office/powerpoint/2010/main" val="4080777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07BDA-D8C4-C2DB-3C44-723AA886C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823254CF-2F2A-6C8D-FEDE-BB056A1B524D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761B022-209B-9A90-581D-F907C9E77772}"/>
              </a:ext>
            </a:extLst>
          </p:cNvPr>
          <p:cNvSpPr txBox="1"/>
          <p:nvPr/>
        </p:nvSpPr>
        <p:spPr>
          <a:xfrm>
            <a:off x="152400" y="240944"/>
            <a:ext cx="42194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2023-mobisys-omnilive.png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6060F90E-CB91-6B10-795C-168577A3DD33}"/>
              </a:ext>
            </a:extLst>
          </p:cNvPr>
          <p:cNvCxnSpPr>
            <a:cxnSpLocks/>
          </p:cNvCxnSpPr>
          <p:nvPr/>
        </p:nvCxnSpPr>
        <p:spPr>
          <a:xfrm flipH="1">
            <a:off x="9424988" y="7310449"/>
            <a:ext cx="641253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 descr="야외, 나무, 의류, 사람이(가) 표시된 사진&#10;&#10;자동 생성된 설명">
            <a:extLst>
              <a:ext uri="{FF2B5EF4-FFF2-40B4-BE49-F238E27FC236}">
                <a16:creationId xmlns:a16="http://schemas.microsoft.com/office/drawing/2014/main" id="{A68C0AA0-BDEA-656E-736E-C19BA230A5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7832" y="3731498"/>
            <a:ext cx="2438400" cy="1371600"/>
          </a:xfrm>
          <a:prstGeom prst="rect">
            <a:avLst/>
          </a:prstGeom>
        </p:spPr>
      </p:pic>
      <p:pic>
        <p:nvPicPr>
          <p:cNvPr id="5" name="그림 4" descr="야외, 나무, 의류, 사람이(가) 표시된 사진&#10;&#10;자동 생성된 설명">
            <a:extLst>
              <a:ext uri="{FF2B5EF4-FFF2-40B4-BE49-F238E27FC236}">
                <a16:creationId xmlns:a16="http://schemas.microsoft.com/office/drawing/2014/main" id="{E0A163F2-1981-591C-36C8-22DFECD222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5303" y="3731498"/>
            <a:ext cx="2438400" cy="1371600"/>
          </a:xfrm>
          <a:prstGeom prst="rect">
            <a:avLst/>
          </a:prstGeom>
        </p:spPr>
      </p:pic>
      <p:sp>
        <p:nvSpPr>
          <p:cNvPr id="63" name="직사각형 62">
            <a:extLst>
              <a:ext uri="{FF2B5EF4-FFF2-40B4-BE49-F238E27FC236}">
                <a16:creationId xmlns:a16="http://schemas.microsoft.com/office/drawing/2014/main" id="{E25111A7-E46A-F2F9-F316-9D4853CA39AB}"/>
              </a:ext>
            </a:extLst>
          </p:cNvPr>
          <p:cNvSpPr/>
          <p:nvPr/>
        </p:nvSpPr>
        <p:spPr>
          <a:xfrm>
            <a:off x="3750459" y="4219602"/>
            <a:ext cx="457200" cy="457200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7EEC6983-777A-9D77-72CF-CF3BD9F6E33E}"/>
              </a:ext>
            </a:extLst>
          </p:cNvPr>
          <p:cNvSpPr/>
          <p:nvPr/>
        </p:nvSpPr>
        <p:spPr>
          <a:xfrm>
            <a:off x="7414873" y="4219602"/>
            <a:ext cx="457200" cy="457200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DAC21439-BCD8-BDA6-16AF-447D1E517D8E}"/>
              </a:ext>
            </a:extLst>
          </p:cNvPr>
          <p:cNvCxnSpPr>
            <a:cxnSpLocks/>
          </p:cNvCxnSpPr>
          <p:nvPr/>
        </p:nvCxnSpPr>
        <p:spPr>
          <a:xfrm>
            <a:off x="7873342" y="4439355"/>
            <a:ext cx="676298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09049C3D-E49A-8212-8AD6-5F044AA80192}"/>
              </a:ext>
            </a:extLst>
          </p:cNvPr>
          <p:cNvCxnSpPr>
            <a:cxnSpLocks/>
            <a:stCxn id="63" idx="3"/>
          </p:cNvCxnSpPr>
          <p:nvPr/>
        </p:nvCxnSpPr>
        <p:spPr>
          <a:xfrm>
            <a:off x="4207659" y="4448202"/>
            <a:ext cx="679301" cy="0"/>
          </a:xfrm>
          <a:prstGeom prst="straightConnector1">
            <a:avLst/>
          </a:prstGeom>
          <a:ln w="571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F8E494BA-0A2B-1659-058C-B898C664A6EA}"/>
              </a:ext>
            </a:extLst>
          </p:cNvPr>
          <p:cNvSpPr/>
          <p:nvPr/>
        </p:nvSpPr>
        <p:spPr>
          <a:xfrm>
            <a:off x="2587832" y="5121458"/>
            <a:ext cx="3420205" cy="391727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lang="en-US" altLang="ko-KR" sz="2400" dirty="0">
                <a:solidFill>
                  <a:schemeClr val="bg1"/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rPr>
              <a:t>Bicubic Interpolation</a:t>
            </a:r>
            <a:endParaRPr lang="ko-KR" altLang="en-US" sz="2400" dirty="0">
              <a:solidFill>
                <a:schemeClr val="bg1"/>
              </a:solidFill>
              <a:latin typeface="Arial" panose="020B0604020202020204" pitchFamily="34" charset="0"/>
              <a:ea typeface="Pretendard Medium" panose="02000603000000020004" pitchFamily="50" charset="-127"/>
              <a:cs typeface="Arial" panose="020B0604020202020204" pitchFamily="34" charset="0"/>
            </a:endParaRPr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D035DFEE-9F19-0463-B5EC-41C4B564743C}"/>
              </a:ext>
            </a:extLst>
          </p:cNvPr>
          <p:cNvSpPr/>
          <p:nvPr/>
        </p:nvSpPr>
        <p:spPr>
          <a:xfrm>
            <a:off x="6215303" y="5121458"/>
            <a:ext cx="3420204" cy="391728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lang="en-US" altLang="ko-KR" sz="2400" dirty="0" err="1">
                <a:solidFill>
                  <a:schemeClr val="bg1"/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rPr>
              <a:t>OmniLive</a:t>
            </a:r>
            <a:endParaRPr lang="ko-KR" altLang="en-US" sz="2400" dirty="0">
              <a:solidFill>
                <a:schemeClr val="bg1"/>
              </a:solidFill>
              <a:latin typeface="Arial" panose="020B0604020202020204" pitchFamily="34" charset="0"/>
              <a:ea typeface="Pretendard Medium" panose="0200060300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60" name="그림 59">
            <a:extLst>
              <a:ext uri="{FF2B5EF4-FFF2-40B4-BE49-F238E27FC236}">
                <a16:creationId xmlns:a16="http://schemas.microsoft.com/office/drawing/2014/main" id="{039BC9E0-A75B-0851-DBA8-B89E9C9060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5072" y="1375532"/>
            <a:ext cx="7361855" cy="2367649"/>
          </a:xfrm>
          <a:prstGeom prst="rect">
            <a:avLst/>
          </a:prstGeom>
        </p:spPr>
      </p:pic>
      <p:pic>
        <p:nvPicPr>
          <p:cNvPr id="7" name="그림 6" descr="야외, 나무, 의류, 사람이(가) 표시된 사진&#10;&#10;자동 생성된 설명">
            <a:extLst>
              <a:ext uri="{FF2B5EF4-FFF2-40B4-BE49-F238E27FC236}">
                <a16:creationId xmlns:a16="http://schemas.microsoft.com/office/drawing/2014/main" id="{1EA1F42E-9B18-70C6-0427-FC238D01301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963" t="43750" r="31742" b="23297"/>
          <a:stretch/>
        </p:blipFill>
        <p:spPr>
          <a:xfrm>
            <a:off x="4517711" y="3722464"/>
            <a:ext cx="1427789" cy="1371600"/>
          </a:xfrm>
          <a:prstGeom prst="rect">
            <a:avLst/>
          </a:prstGeom>
          <a:ln w="57150">
            <a:solidFill>
              <a:srgbClr val="0070C0"/>
            </a:solidFill>
          </a:ln>
        </p:spPr>
      </p:pic>
      <p:pic>
        <p:nvPicPr>
          <p:cNvPr id="9" name="그림 8" descr="야외, 나무, 의류, 사람이(가) 표시된 사진&#10;&#10;자동 생성된 설명">
            <a:extLst>
              <a:ext uri="{FF2B5EF4-FFF2-40B4-BE49-F238E27FC236}">
                <a16:creationId xmlns:a16="http://schemas.microsoft.com/office/drawing/2014/main" id="{B13FFBB4-B336-E290-9103-B1848623DC7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283" t="43750" r="32421" b="23296"/>
          <a:stretch/>
        </p:blipFill>
        <p:spPr>
          <a:xfrm>
            <a:off x="8143145" y="3722464"/>
            <a:ext cx="1427789" cy="1371600"/>
          </a:xfrm>
          <a:prstGeom prst="rect">
            <a:avLst/>
          </a:prstGeom>
          <a:ln w="57150"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10611081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C52D475-9442-5390-352D-8E1B4D4254F9}"/>
              </a:ext>
            </a:extLst>
          </p:cNvPr>
          <p:cNvSpPr txBox="1"/>
          <p:nvPr/>
        </p:nvSpPr>
        <p:spPr>
          <a:xfrm>
            <a:off x="152400" y="240944"/>
            <a:ext cx="51764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i="1" dirty="0">
                <a:latin typeface="Arial" panose="020B0604020202020204" pitchFamily="34" charset="0"/>
                <a:cs typeface="Arial" panose="020B0604020202020204" pitchFamily="34" charset="0"/>
              </a:rPr>
              <a:t>2023-mobisys-omnilive.png (ODV)</a:t>
            </a:r>
            <a:endParaRPr lang="ko-KR" altLang="en-US" sz="2400" b="1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화살표: 오른쪽 39">
            <a:extLst>
              <a:ext uri="{FF2B5EF4-FFF2-40B4-BE49-F238E27FC236}">
                <a16:creationId xmlns:a16="http://schemas.microsoft.com/office/drawing/2014/main" id="{7B862DAB-4C90-CB88-A534-DB17694CB9DF}"/>
              </a:ext>
            </a:extLst>
          </p:cNvPr>
          <p:cNvSpPr/>
          <p:nvPr/>
        </p:nvSpPr>
        <p:spPr>
          <a:xfrm>
            <a:off x="5229029" y="2982750"/>
            <a:ext cx="1708723" cy="673101"/>
          </a:xfrm>
          <a:prstGeom prst="rightArrow">
            <a:avLst/>
          </a:prstGeom>
          <a:solidFill>
            <a:schemeClr val="bg2"/>
          </a:solidFill>
          <a:ln w="28575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 descr="어안, 나무, 어안 렌즈, 야외이(가) 표시된 사진&#10;&#10;자동 생성된 설명">
            <a:extLst>
              <a:ext uri="{FF2B5EF4-FFF2-40B4-BE49-F238E27FC236}">
                <a16:creationId xmlns:a16="http://schemas.microsoft.com/office/drawing/2014/main" id="{F1CE2453-1F11-076A-3677-8E304A906FB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6720" y="1696849"/>
            <a:ext cx="3296524" cy="3292169"/>
          </a:xfrm>
          <a:prstGeom prst="rect">
            <a:avLst/>
          </a:prstGeom>
        </p:spPr>
      </p:pic>
      <p:pic>
        <p:nvPicPr>
          <p:cNvPr id="14" name="object 7">
            <a:extLst>
              <a:ext uri="{FF2B5EF4-FFF2-40B4-BE49-F238E27FC236}">
                <a16:creationId xmlns:a16="http://schemas.microsoft.com/office/drawing/2014/main" id="{C3EC7147-5F9C-90AF-02AB-34B7EE33877D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476693" y="1589285"/>
            <a:ext cx="2946400" cy="1460499"/>
          </a:xfrm>
          <a:prstGeom prst="rect">
            <a:avLst/>
          </a:prstGeom>
        </p:spPr>
      </p:pic>
      <p:pic>
        <p:nvPicPr>
          <p:cNvPr id="15" name="object 8">
            <a:extLst>
              <a:ext uri="{FF2B5EF4-FFF2-40B4-BE49-F238E27FC236}">
                <a16:creationId xmlns:a16="http://schemas.microsoft.com/office/drawing/2014/main" id="{C9441643-A53A-2C4C-5297-0DEB43AAAAE7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476693" y="3655851"/>
            <a:ext cx="2946400" cy="1460499"/>
          </a:xfrm>
          <a:prstGeom prst="rect">
            <a:avLst/>
          </a:prstGeom>
        </p:spPr>
      </p:pic>
      <p:sp>
        <p:nvSpPr>
          <p:cNvPr id="17" name="object 11">
            <a:extLst>
              <a:ext uri="{FF2B5EF4-FFF2-40B4-BE49-F238E27FC236}">
                <a16:creationId xmlns:a16="http://schemas.microsoft.com/office/drawing/2014/main" id="{E476D5B7-306D-24B5-1ADF-A4ABEB63A1FA}"/>
              </a:ext>
            </a:extLst>
          </p:cNvPr>
          <p:cNvSpPr/>
          <p:nvPr/>
        </p:nvSpPr>
        <p:spPr>
          <a:xfrm>
            <a:off x="2790744" y="2754323"/>
            <a:ext cx="1370330" cy="1016000"/>
          </a:xfrm>
          <a:custGeom>
            <a:avLst/>
            <a:gdLst/>
            <a:ahLst/>
            <a:cxnLst/>
            <a:rect l="l" t="t" r="r" b="b"/>
            <a:pathLst>
              <a:path w="1370329" h="1016000">
                <a:moveTo>
                  <a:pt x="1198278" y="906213"/>
                </a:moveTo>
                <a:lnTo>
                  <a:pt x="1015150" y="928069"/>
                </a:lnTo>
                <a:lnTo>
                  <a:pt x="910069" y="938453"/>
                </a:lnTo>
                <a:lnTo>
                  <a:pt x="855882" y="943038"/>
                </a:lnTo>
                <a:lnTo>
                  <a:pt x="802053" y="946936"/>
                </a:lnTo>
                <a:lnTo>
                  <a:pt x="749676" y="949935"/>
                </a:lnTo>
                <a:lnTo>
                  <a:pt x="699843" y="951824"/>
                </a:lnTo>
                <a:lnTo>
                  <a:pt x="653648" y="952391"/>
                </a:lnTo>
                <a:lnTo>
                  <a:pt x="653410" y="1015890"/>
                </a:lnTo>
                <a:lnTo>
                  <a:pt x="833445" y="1008420"/>
                </a:lnTo>
                <a:lnTo>
                  <a:pt x="1021904" y="991208"/>
                </a:lnTo>
                <a:lnTo>
                  <a:pt x="1170436" y="973847"/>
                </a:lnTo>
                <a:lnTo>
                  <a:pt x="1230691" y="965929"/>
                </a:lnTo>
                <a:lnTo>
                  <a:pt x="1187202" y="920631"/>
                </a:lnTo>
                <a:lnTo>
                  <a:pt x="1186192" y="920631"/>
                </a:lnTo>
                <a:lnTo>
                  <a:pt x="1187663" y="919091"/>
                </a:lnTo>
                <a:lnTo>
                  <a:pt x="1191585" y="914649"/>
                </a:lnTo>
                <a:lnTo>
                  <a:pt x="1195383" y="910137"/>
                </a:lnTo>
                <a:lnTo>
                  <a:pt x="1198278" y="906213"/>
                </a:lnTo>
                <a:close/>
              </a:path>
              <a:path w="1370329" h="1016000">
                <a:moveTo>
                  <a:pt x="179496" y="911809"/>
                </a:moveTo>
                <a:lnTo>
                  <a:pt x="178703" y="912407"/>
                </a:lnTo>
                <a:lnTo>
                  <a:pt x="129871" y="951428"/>
                </a:lnTo>
                <a:lnTo>
                  <a:pt x="182640" y="961391"/>
                </a:lnTo>
                <a:lnTo>
                  <a:pt x="314215" y="983369"/>
                </a:lnTo>
                <a:lnTo>
                  <a:pt x="484504" y="1005492"/>
                </a:lnTo>
                <a:lnTo>
                  <a:pt x="653410" y="1015890"/>
                </a:lnTo>
                <a:lnTo>
                  <a:pt x="653648" y="952391"/>
                </a:lnTo>
                <a:lnTo>
                  <a:pt x="609904" y="951350"/>
                </a:lnTo>
                <a:lnTo>
                  <a:pt x="563539" y="948713"/>
                </a:lnTo>
                <a:lnTo>
                  <a:pt x="515450" y="944738"/>
                </a:lnTo>
                <a:lnTo>
                  <a:pt x="466533" y="939682"/>
                </a:lnTo>
                <a:lnTo>
                  <a:pt x="417686" y="933801"/>
                </a:lnTo>
                <a:lnTo>
                  <a:pt x="369804" y="927353"/>
                </a:lnTo>
                <a:lnTo>
                  <a:pt x="286215" y="914704"/>
                </a:lnTo>
                <a:lnTo>
                  <a:pt x="270274" y="912076"/>
                </a:lnTo>
                <a:lnTo>
                  <a:pt x="179707" y="912076"/>
                </a:lnTo>
                <a:lnTo>
                  <a:pt x="179496" y="911809"/>
                </a:lnTo>
                <a:close/>
              </a:path>
              <a:path w="1370329" h="1016000">
                <a:moveTo>
                  <a:pt x="1273742" y="903036"/>
                </a:moveTo>
                <a:lnTo>
                  <a:pt x="1221926" y="903036"/>
                </a:lnTo>
                <a:lnTo>
                  <a:pt x="1230691" y="965929"/>
                </a:lnTo>
                <a:lnTo>
                  <a:pt x="1251606" y="940892"/>
                </a:lnTo>
                <a:lnTo>
                  <a:pt x="1273742" y="903036"/>
                </a:lnTo>
                <a:close/>
              </a:path>
              <a:path w="1370329" h="1016000">
                <a:moveTo>
                  <a:pt x="1224309" y="920135"/>
                </a:moveTo>
                <a:lnTo>
                  <a:pt x="1186700" y="920135"/>
                </a:lnTo>
                <a:lnTo>
                  <a:pt x="1187406" y="920832"/>
                </a:lnTo>
                <a:lnTo>
                  <a:pt x="1230691" y="965928"/>
                </a:lnTo>
                <a:lnTo>
                  <a:pt x="1224309" y="920135"/>
                </a:lnTo>
                <a:close/>
              </a:path>
              <a:path w="1370329" h="1016000">
                <a:moveTo>
                  <a:pt x="142374" y="889171"/>
                </a:moveTo>
                <a:lnTo>
                  <a:pt x="129871" y="951428"/>
                </a:lnTo>
                <a:lnTo>
                  <a:pt x="178703" y="912407"/>
                </a:lnTo>
                <a:lnTo>
                  <a:pt x="179496" y="911809"/>
                </a:lnTo>
                <a:lnTo>
                  <a:pt x="177925" y="909696"/>
                </a:lnTo>
                <a:lnTo>
                  <a:pt x="174235" y="904466"/>
                </a:lnTo>
                <a:lnTo>
                  <a:pt x="170378" y="898767"/>
                </a:lnTo>
                <a:lnTo>
                  <a:pt x="167465" y="894001"/>
                </a:lnTo>
                <a:lnTo>
                  <a:pt x="142374" y="889171"/>
                </a:lnTo>
                <a:close/>
              </a:path>
              <a:path w="1370329" h="1016000">
                <a:moveTo>
                  <a:pt x="63440" y="509895"/>
                </a:moveTo>
                <a:lnTo>
                  <a:pt x="0" y="512649"/>
                </a:lnTo>
                <a:lnTo>
                  <a:pt x="25644" y="704521"/>
                </a:lnTo>
                <a:lnTo>
                  <a:pt x="69693" y="841650"/>
                </a:lnTo>
                <a:lnTo>
                  <a:pt x="111363" y="923973"/>
                </a:lnTo>
                <a:lnTo>
                  <a:pt x="129871" y="951427"/>
                </a:lnTo>
                <a:lnTo>
                  <a:pt x="142373" y="889170"/>
                </a:lnTo>
                <a:lnTo>
                  <a:pt x="164554" y="889170"/>
                </a:lnTo>
                <a:lnTo>
                  <a:pt x="138627" y="840389"/>
                </a:lnTo>
                <a:lnTo>
                  <a:pt x="114023" y="780600"/>
                </a:lnTo>
                <a:lnTo>
                  <a:pt x="100206" y="738323"/>
                </a:lnTo>
                <a:lnTo>
                  <a:pt x="87489" y="690119"/>
                </a:lnTo>
                <a:lnTo>
                  <a:pt x="76624" y="635984"/>
                </a:lnTo>
                <a:lnTo>
                  <a:pt x="68358" y="575911"/>
                </a:lnTo>
                <a:lnTo>
                  <a:pt x="63440" y="509895"/>
                </a:lnTo>
                <a:close/>
              </a:path>
              <a:path w="1370329" h="1016000">
                <a:moveTo>
                  <a:pt x="1221926" y="903036"/>
                </a:moveTo>
                <a:lnTo>
                  <a:pt x="1198278" y="906213"/>
                </a:lnTo>
                <a:lnTo>
                  <a:pt x="1195383" y="910137"/>
                </a:lnTo>
                <a:lnTo>
                  <a:pt x="1191346" y="914933"/>
                </a:lnTo>
                <a:lnTo>
                  <a:pt x="1187663" y="919091"/>
                </a:lnTo>
                <a:lnTo>
                  <a:pt x="1186192" y="920631"/>
                </a:lnTo>
                <a:lnTo>
                  <a:pt x="1186700" y="920135"/>
                </a:lnTo>
                <a:lnTo>
                  <a:pt x="1224309" y="920135"/>
                </a:lnTo>
                <a:lnTo>
                  <a:pt x="1221926" y="903036"/>
                </a:lnTo>
                <a:close/>
              </a:path>
              <a:path w="1370329" h="1016000">
                <a:moveTo>
                  <a:pt x="1186700" y="920135"/>
                </a:moveTo>
                <a:lnTo>
                  <a:pt x="1186192" y="920631"/>
                </a:lnTo>
                <a:lnTo>
                  <a:pt x="1187202" y="920631"/>
                </a:lnTo>
                <a:lnTo>
                  <a:pt x="1186700" y="920135"/>
                </a:lnTo>
                <a:close/>
              </a:path>
              <a:path w="1370329" h="1016000">
                <a:moveTo>
                  <a:pt x="179507" y="911809"/>
                </a:moveTo>
                <a:lnTo>
                  <a:pt x="179707" y="912076"/>
                </a:lnTo>
                <a:lnTo>
                  <a:pt x="179507" y="911809"/>
                </a:lnTo>
                <a:close/>
              </a:path>
              <a:path w="1370329" h="1016000">
                <a:moveTo>
                  <a:pt x="167465" y="894001"/>
                </a:moveTo>
                <a:lnTo>
                  <a:pt x="170477" y="898913"/>
                </a:lnTo>
                <a:lnTo>
                  <a:pt x="174235" y="904466"/>
                </a:lnTo>
                <a:lnTo>
                  <a:pt x="177925" y="909696"/>
                </a:lnTo>
                <a:lnTo>
                  <a:pt x="179707" y="912076"/>
                </a:lnTo>
                <a:lnTo>
                  <a:pt x="270274" y="912076"/>
                </a:lnTo>
                <a:lnTo>
                  <a:pt x="193984" y="898913"/>
                </a:lnTo>
                <a:lnTo>
                  <a:pt x="167465" y="894001"/>
                </a:lnTo>
                <a:close/>
              </a:path>
              <a:path w="1370329" h="1016000">
                <a:moveTo>
                  <a:pt x="1306766" y="511413"/>
                </a:moveTo>
                <a:lnTo>
                  <a:pt x="1303745" y="574422"/>
                </a:lnTo>
                <a:lnTo>
                  <a:pt x="1297632" y="631534"/>
                </a:lnTo>
                <a:lnTo>
                  <a:pt x="1288996" y="682915"/>
                </a:lnTo>
                <a:lnTo>
                  <a:pt x="1278408" y="728728"/>
                </a:lnTo>
                <a:lnTo>
                  <a:pt x="1266435" y="769137"/>
                </a:lnTo>
                <a:lnTo>
                  <a:pt x="1240615" y="834402"/>
                </a:lnTo>
                <a:lnTo>
                  <a:pt x="1218717" y="875707"/>
                </a:lnTo>
                <a:lnTo>
                  <a:pt x="1198278" y="906213"/>
                </a:lnTo>
                <a:lnTo>
                  <a:pt x="1221926" y="903036"/>
                </a:lnTo>
                <a:lnTo>
                  <a:pt x="1273742" y="903036"/>
                </a:lnTo>
                <a:lnTo>
                  <a:pt x="1298094" y="861391"/>
                </a:lnTo>
                <a:lnTo>
                  <a:pt x="1345772" y="720839"/>
                </a:lnTo>
                <a:lnTo>
                  <a:pt x="1370254" y="512649"/>
                </a:lnTo>
                <a:lnTo>
                  <a:pt x="1306766" y="511413"/>
                </a:lnTo>
                <a:close/>
              </a:path>
              <a:path w="1370329" h="1016000">
                <a:moveTo>
                  <a:pt x="164555" y="889171"/>
                </a:moveTo>
                <a:lnTo>
                  <a:pt x="142374" y="889171"/>
                </a:lnTo>
                <a:lnTo>
                  <a:pt x="167465" y="894001"/>
                </a:lnTo>
                <a:lnTo>
                  <a:pt x="165545" y="890858"/>
                </a:lnTo>
                <a:lnTo>
                  <a:pt x="164555" y="889171"/>
                </a:lnTo>
                <a:close/>
              </a:path>
              <a:path w="1370329" h="1016000">
                <a:moveTo>
                  <a:pt x="164554" y="889170"/>
                </a:moveTo>
                <a:lnTo>
                  <a:pt x="142373" y="889170"/>
                </a:lnTo>
                <a:lnTo>
                  <a:pt x="164555" y="889171"/>
                </a:lnTo>
                <a:close/>
              </a:path>
              <a:path w="1370329" h="1016000">
                <a:moveTo>
                  <a:pt x="142374" y="889171"/>
                </a:moveTo>
                <a:close/>
              </a:path>
              <a:path w="1370329" h="1016000">
                <a:moveTo>
                  <a:pt x="97095" y="83409"/>
                </a:moveTo>
                <a:lnTo>
                  <a:pt x="80139" y="109373"/>
                </a:lnTo>
                <a:lnTo>
                  <a:pt x="43789" y="188417"/>
                </a:lnTo>
                <a:lnTo>
                  <a:pt x="9818" y="322267"/>
                </a:lnTo>
                <a:lnTo>
                  <a:pt x="0" y="512649"/>
                </a:lnTo>
                <a:lnTo>
                  <a:pt x="63440" y="509895"/>
                </a:lnTo>
                <a:lnTo>
                  <a:pt x="62726" y="444325"/>
                </a:lnTo>
                <a:lnTo>
                  <a:pt x="66026" y="385105"/>
                </a:lnTo>
                <a:lnTo>
                  <a:pt x="72543" y="332160"/>
                </a:lnTo>
                <a:lnTo>
                  <a:pt x="81480" y="285413"/>
                </a:lnTo>
                <a:lnTo>
                  <a:pt x="92042" y="244789"/>
                </a:lnTo>
                <a:lnTo>
                  <a:pt x="112083" y="188096"/>
                </a:lnTo>
                <a:lnTo>
                  <a:pt x="132963" y="145050"/>
                </a:lnTo>
                <a:lnTo>
                  <a:pt x="112348" y="145050"/>
                </a:lnTo>
                <a:lnTo>
                  <a:pt x="97095" y="83409"/>
                </a:lnTo>
                <a:close/>
              </a:path>
              <a:path w="1370329" h="1016000">
                <a:moveTo>
                  <a:pt x="1250069" y="158169"/>
                </a:moveTo>
                <a:lnTo>
                  <a:pt x="1271468" y="206196"/>
                </a:lnTo>
                <a:lnTo>
                  <a:pt x="1289482" y="274102"/>
                </a:lnTo>
                <a:lnTo>
                  <a:pt x="1297168" y="319880"/>
                </a:lnTo>
                <a:lnTo>
                  <a:pt x="1303065" y="374308"/>
                </a:lnTo>
                <a:lnTo>
                  <a:pt x="1306492" y="437960"/>
                </a:lnTo>
                <a:lnTo>
                  <a:pt x="1306766" y="511413"/>
                </a:lnTo>
                <a:lnTo>
                  <a:pt x="1370254" y="512649"/>
                </a:lnTo>
                <a:lnTo>
                  <a:pt x="1360071" y="311194"/>
                </a:lnTo>
                <a:lnTo>
                  <a:pt x="1331487" y="185461"/>
                </a:lnTo>
                <a:lnTo>
                  <a:pt x="1321494" y="163750"/>
                </a:lnTo>
                <a:lnTo>
                  <a:pt x="1271296" y="163750"/>
                </a:lnTo>
                <a:lnTo>
                  <a:pt x="1250069" y="158169"/>
                </a:lnTo>
                <a:close/>
              </a:path>
              <a:path w="1370329" h="1016000">
                <a:moveTo>
                  <a:pt x="1287964" y="102477"/>
                </a:moveTo>
                <a:lnTo>
                  <a:pt x="1271296" y="163750"/>
                </a:lnTo>
                <a:lnTo>
                  <a:pt x="1321494" y="163750"/>
                </a:lnTo>
                <a:lnTo>
                  <a:pt x="1301714" y="120778"/>
                </a:lnTo>
                <a:lnTo>
                  <a:pt x="1287964" y="102477"/>
                </a:lnTo>
                <a:close/>
              </a:path>
              <a:path w="1370329" h="1016000">
                <a:moveTo>
                  <a:pt x="1242279" y="146547"/>
                </a:moveTo>
                <a:lnTo>
                  <a:pt x="1243354" y="147862"/>
                </a:lnTo>
                <a:lnTo>
                  <a:pt x="1245273" y="150324"/>
                </a:lnTo>
                <a:lnTo>
                  <a:pt x="1248128" y="154864"/>
                </a:lnTo>
                <a:lnTo>
                  <a:pt x="1250069" y="158169"/>
                </a:lnTo>
                <a:lnTo>
                  <a:pt x="1271296" y="163750"/>
                </a:lnTo>
                <a:lnTo>
                  <a:pt x="1275489" y="148336"/>
                </a:lnTo>
                <a:lnTo>
                  <a:pt x="1244042" y="148336"/>
                </a:lnTo>
                <a:lnTo>
                  <a:pt x="1242279" y="146547"/>
                </a:lnTo>
                <a:close/>
              </a:path>
              <a:path w="1370329" h="1016000">
                <a:moveTo>
                  <a:pt x="685128" y="0"/>
                </a:moveTo>
                <a:lnTo>
                  <a:pt x="684205" y="63493"/>
                </a:lnTo>
                <a:lnTo>
                  <a:pt x="728039" y="65139"/>
                </a:lnTo>
                <a:lnTo>
                  <a:pt x="774252" y="68668"/>
                </a:lnTo>
                <a:lnTo>
                  <a:pt x="822159" y="73818"/>
                </a:lnTo>
                <a:lnTo>
                  <a:pt x="871078" y="80327"/>
                </a:lnTo>
                <a:lnTo>
                  <a:pt x="920326" y="87932"/>
                </a:lnTo>
                <a:lnTo>
                  <a:pt x="969220" y="96372"/>
                </a:lnTo>
                <a:lnTo>
                  <a:pt x="1017076" y="105384"/>
                </a:lnTo>
                <a:lnTo>
                  <a:pt x="1063212" y="114705"/>
                </a:lnTo>
                <a:lnTo>
                  <a:pt x="1106345" y="123940"/>
                </a:lnTo>
                <a:lnTo>
                  <a:pt x="1146023" y="132857"/>
                </a:lnTo>
                <a:lnTo>
                  <a:pt x="1187627" y="142650"/>
                </a:lnTo>
                <a:lnTo>
                  <a:pt x="1250069" y="158169"/>
                </a:lnTo>
                <a:lnTo>
                  <a:pt x="1248006" y="154656"/>
                </a:lnTo>
                <a:lnTo>
                  <a:pt x="1245273" y="150324"/>
                </a:lnTo>
                <a:lnTo>
                  <a:pt x="1243354" y="147862"/>
                </a:lnTo>
                <a:lnTo>
                  <a:pt x="1242139" y="146406"/>
                </a:lnTo>
                <a:lnTo>
                  <a:pt x="1245958" y="146406"/>
                </a:lnTo>
                <a:lnTo>
                  <a:pt x="1250996" y="141172"/>
                </a:lnTo>
                <a:lnTo>
                  <a:pt x="1262710" y="128930"/>
                </a:lnTo>
                <a:lnTo>
                  <a:pt x="1287964" y="102477"/>
                </a:lnTo>
                <a:lnTo>
                  <a:pt x="1227379" y="86953"/>
                </a:lnTo>
                <a:lnTo>
                  <a:pt x="1076168" y="52541"/>
                </a:lnTo>
                <a:lnTo>
                  <a:pt x="880146" y="17477"/>
                </a:lnTo>
                <a:lnTo>
                  <a:pt x="685128" y="0"/>
                </a:lnTo>
                <a:close/>
              </a:path>
              <a:path w="1370329" h="1016000">
                <a:moveTo>
                  <a:pt x="1245958" y="146406"/>
                </a:moveTo>
                <a:lnTo>
                  <a:pt x="1242139" y="146406"/>
                </a:lnTo>
                <a:lnTo>
                  <a:pt x="1244042" y="148336"/>
                </a:lnTo>
                <a:lnTo>
                  <a:pt x="1244759" y="147649"/>
                </a:lnTo>
                <a:lnTo>
                  <a:pt x="1245958" y="146406"/>
                </a:lnTo>
                <a:close/>
              </a:path>
              <a:path w="1370329" h="1016000">
                <a:moveTo>
                  <a:pt x="1287964" y="102477"/>
                </a:moveTo>
                <a:lnTo>
                  <a:pt x="1262614" y="129030"/>
                </a:lnTo>
                <a:lnTo>
                  <a:pt x="1244759" y="147649"/>
                </a:lnTo>
                <a:lnTo>
                  <a:pt x="1244042" y="148336"/>
                </a:lnTo>
                <a:lnTo>
                  <a:pt x="1275489" y="148336"/>
                </a:lnTo>
                <a:lnTo>
                  <a:pt x="1287964" y="102477"/>
                </a:lnTo>
                <a:close/>
              </a:path>
              <a:path w="1370329" h="1016000">
                <a:moveTo>
                  <a:pt x="112348" y="145050"/>
                </a:moveTo>
                <a:close/>
              </a:path>
              <a:path w="1370329" h="1016000">
                <a:moveTo>
                  <a:pt x="136128" y="139406"/>
                </a:moveTo>
                <a:lnTo>
                  <a:pt x="122274" y="142650"/>
                </a:lnTo>
                <a:lnTo>
                  <a:pt x="112348" y="145050"/>
                </a:lnTo>
                <a:lnTo>
                  <a:pt x="132963" y="145050"/>
                </a:lnTo>
                <a:lnTo>
                  <a:pt x="135104" y="141172"/>
                </a:lnTo>
                <a:lnTo>
                  <a:pt x="136128" y="139406"/>
                </a:lnTo>
                <a:close/>
              </a:path>
              <a:path w="1370329" h="1016000">
                <a:moveTo>
                  <a:pt x="97095" y="83409"/>
                </a:moveTo>
                <a:lnTo>
                  <a:pt x="112348" y="145050"/>
                </a:lnTo>
                <a:lnTo>
                  <a:pt x="122289" y="142647"/>
                </a:lnTo>
                <a:lnTo>
                  <a:pt x="136128" y="139406"/>
                </a:lnTo>
                <a:lnTo>
                  <a:pt x="139251" y="134021"/>
                </a:lnTo>
                <a:lnTo>
                  <a:pt x="142596" y="128930"/>
                </a:lnTo>
                <a:lnTo>
                  <a:pt x="145708" y="124420"/>
                </a:lnTo>
                <a:lnTo>
                  <a:pt x="146702" y="123076"/>
                </a:lnTo>
                <a:lnTo>
                  <a:pt x="145892" y="122474"/>
                </a:lnTo>
                <a:lnTo>
                  <a:pt x="120888" y="102477"/>
                </a:lnTo>
                <a:lnTo>
                  <a:pt x="97095" y="83409"/>
                </a:lnTo>
                <a:close/>
              </a:path>
              <a:path w="1370329" h="1016000">
                <a:moveTo>
                  <a:pt x="212585" y="122638"/>
                </a:moveTo>
                <a:lnTo>
                  <a:pt x="147027" y="122638"/>
                </a:lnTo>
                <a:lnTo>
                  <a:pt x="145708" y="124420"/>
                </a:lnTo>
                <a:lnTo>
                  <a:pt x="142531" y="129030"/>
                </a:lnTo>
                <a:lnTo>
                  <a:pt x="139251" y="134021"/>
                </a:lnTo>
                <a:lnTo>
                  <a:pt x="136128" y="139406"/>
                </a:lnTo>
                <a:lnTo>
                  <a:pt x="198926" y="125478"/>
                </a:lnTo>
                <a:lnTo>
                  <a:pt x="212585" y="122638"/>
                </a:lnTo>
                <a:close/>
              </a:path>
              <a:path w="1370329" h="1016000">
                <a:moveTo>
                  <a:pt x="685128" y="0"/>
                </a:moveTo>
                <a:lnTo>
                  <a:pt x="493193" y="11578"/>
                </a:lnTo>
                <a:lnTo>
                  <a:pt x="302174" y="40411"/>
                </a:lnTo>
                <a:lnTo>
                  <a:pt x="155623" y="69891"/>
                </a:lnTo>
                <a:lnTo>
                  <a:pt x="97095" y="83409"/>
                </a:lnTo>
                <a:lnTo>
                  <a:pt x="120888" y="102477"/>
                </a:lnTo>
                <a:lnTo>
                  <a:pt x="145892" y="122474"/>
                </a:lnTo>
                <a:lnTo>
                  <a:pt x="146681" y="123076"/>
                </a:lnTo>
                <a:lnTo>
                  <a:pt x="147027" y="122638"/>
                </a:lnTo>
                <a:lnTo>
                  <a:pt x="212585" y="122638"/>
                </a:lnTo>
                <a:lnTo>
                  <a:pt x="271690" y="110721"/>
                </a:lnTo>
                <a:lnTo>
                  <a:pt x="313505" y="102892"/>
                </a:lnTo>
                <a:lnTo>
                  <a:pt x="364839" y="93971"/>
                </a:lnTo>
                <a:lnTo>
                  <a:pt x="418328" y="85556"/>
                </a:lnTo>
                <a:lnTo>
                  <a:pt x="473005" y="78001"/>
                </a:lnTo>
                <a:lnTo>
                  <a:pt x="527899" y="71662"/>
                </a:lnTo>
                <a:lnTo>
                  <a:pt x="582043" y="66895"/>
                </a:lnTo>
                <a:lnTo>
                  <a:pt x="634468" y="64053"/>
                </a:lnTo>
                <a:lnTo>
                  <a:pt x="684205" y="63493"/>
                </a:lnTo>
                <a:lnTo>
                  <a:pt x="685128" y="0"/>
                </a:lnTo>
                <a:close/>
              </a:path>
              <a:path w="1370329" h="1016000">
                <a:moveTo>
                  <a:pt x="147027" y="122638"/>
                </a:moveTo>
                <a:lnTo>
                  <a:pt x="146681" y="123076"/>
                </a:lnTo>
                <a:lnTo>
                  <a:pt x="147027" y="122638"/>
                </a:lnTo>
                <a:close/>
              </a:path>
            </a:pathLst>
          </a:custGeom>
          <a:solidFill>
            <a:srgbClr val="0019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object 16">
            <a:extLst>
              <a:ext uri="{FF2B5EF4-FFF2-40B4-BE49-F238E27FC236}">
                <a16:creationId xmlns:a16="http://schemas.microsoft.com/office/drawing/2014/main" id="{80801F30-0105-5B77-327D-CCB214DB3B20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943381" y="3772981"/>
            <a:ext cx="1848694" cy="1310540"/>
          </a:xfrm>
          <a:prstGeom prst="rect">
            <a:avLst/>
          </a:prstGeom>
        </p:spPr>
      </p:pic>
      <p:pic>
        <p:nvPicPr>
          <p:cNvPr id="20" name="object 18">
            <a:extLst>
              <a:ext uri="{FF2B5EF4-FFF2-40B4-BE49-F238E27FC236}">
                <a16:creationId xmlns:a16="http://schemas.microsoft.com/office/drawing/2014/main" id="{C88EAAD4-CE07-40F9-9ED0-84F5DC5FD8BE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0944728" y="1693326"/>
            <a:ext cx="1790842" cy="1234729"/>
          </a:xfrm>
          <a:prstGeom prst="rect">
            <a:avLst/>
          </a:prstGeom>
        </p:spPr>
      </p:pic>
      <p:grpSp>
        <p:nvGrpSpPr>
          <p:cNvPr id="24" name="object 26">
            <a:extLst>
              <a:ext uri="{FF2B5EF4-FFF2-40B4-BE49-F238E27FC236}">
                <a16:creationId xmlns:a16="http://schemas.microsoft.com/office/drawing/2014/main" id="{77E40356-7771-81F8-EBDE-A10016F3EB15}"/>
              </a:ext>
            </a:extLst>
          </p:cNvPr>
          <p:cNvGrpSpPr/>
          <p:nvPr/>
        </p:nvGrpSpPr>
        <p:grpSpPr>
          <a:xfrm>
            <a:off x="464853" y="1683491"/>
            <a:ext cx="2308225" cy="3302635"/>
            <a:chOff x="1143000" y="2574240"/>
            <a:chExt cx="2308225" cy="3302635"/>
          </a:xfrm>
        </p:grpSpPr>
        <p:pic>
          <p:nvPicPr>
            <p:cNvPr id="36" name="object 27">
              <a:extLst>
                <a:ext uri="{FF2B5EF4-FFF2-40B4-BE49-F238E27FC236}">
                  <a16:creationId xmlns:a16="http://schemas.microsoft.com/office/drawing/2014/main" id="{87A3CF77-740D-7AFB-A301-2350A5872241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143000" y="3835399"/>
              <a:ext cx="660400" cy="1701800"/>
            </a:xfrm>
            <a:prstGeom prst="rect">
              <a:avLst/>
            </a:prstGeom>
          </p:spPr>
        </p:pic>
        <p:sp>
          <p:nvSpPr>
            <p:cNvPr id="37" name="object 28">
              <a:extLst>
                <a:ext uri="{FF2B5EF4-FFF2-40B4-BE49-F238E27FC236}">
                  <a16:creationId xmlns:a16="http://schemas.microsoft.com/office/drawing/2014/main" id="{056AC60A-C339-8435-59BA-D1A1DB37E944}"/>
                </a:ext>
              </a:extLst>
            </p:cNvPr>
            <p:cNvSpPr/>
            <p:nvPr/>
          </p:nvSpPr>
          <p:spPr>
            <a:xfrm>
              <a:off x="1613484" y="2574251"/>
              <a:ext cx="1837689" cy="3302635"/>
            </a:xfrm>
            <a:custGeom>
              <a:avLst/>
              <a:gdLst/>
              <a:ahLst/>
              <a:cxnLst/>
              <a:rect l="l" t="t" r="r" b="b"/>
              <a:pathLst>
                <a:path w="1837689" h="3302635">
                  <a:moveTo>
                    <a:pt x="48323" y="1403578"/>
                  </a:moveTo>
                  <a:lnTo>
                    <a:pt x="39712" y="1392504"/>
                  </a:lnTo>
                  <a:lnTo>
                    <a:pt x="31737" y="1391513"/>
                  </a:lnTo>
                  <a:lnTo>
                    <a:pt x="26200" y="1395818"/>
                  </a:lnTo>
                  <a:lnTo>
                    <a:pt x="6540" y="1411109"/>
                  </a:lnTo>
                  <a:lnTo>
                    <a:pt x="1003" y="1415415"/>
                  </a:lnTo>
                  <a:lnTo>
                    <a:pt x="0" y="1423390"/>
                  </a:lnTo>
                  <a:lnTo>
                    <a:pt x="8623" y="1434465"/>
                  </a:lnTo>
                  <a:lnTo>
                    <a:pt x="16598" y="1435468"/>
                  </a:lnTo>
                  <a:lnTo>
                    <a:pt x="22136" y="1431163"/>
                  </a:lnTo>
                  <a:lnTo>
                    <a:pt x="41795" y="1415872"/>
                  </a:lnTo>
                  <a:lnTo>
                    <a:pt x="47332" y="1411554"/>
                  </a:lnTo>
                  <a:lnTo>
                    <a:pt x="48323" y="1403578"/>
                  </a:lnTo>
                  <a:close/>
                </a:path>
                <a:path w="1837689" h="3302635">
                  <a:moveTo>
                    <a:pt x="62763" y="1762963"/>
                  </a:moveTo>
                  <a:lnTo>
                    <a:pt x="62357" y="1754924"/>
                  </a:lnTo>
                  <a:lnTo>
                    <a:pt x="57150" y="1750225"/>
                  </a:lnTo>
                  <a:lnTo>
                    <a:pt x="38557" y="1733423"/>
                  </a:lnTo>
                  <a:lnTo>
                    <a:pt x="33362" y="1728724"/>
                  </a:lnTo>
                  <a:lnTo>
                    <a:pt x="25323" y="1729130"/>
                  </a:lnTo>
                  <a:lnTo>
                    <a:pt x="15925" y="1739531"/>
                  </a:lnTo>
                  <a:lnTo>
                    <a:pt x="16332" y="1747570"/>
                  </a:lnTo>
                  <a:lnTo>
                    <a:pt x="21526" y="1752269"/>
                  </a:lnTo>
                  <a:lnTo>
                    <a:pt x="40119" y="1769071"/>
                  </a:lnTo>
                  <a:lnTo>
                    <a:pt x="45326" y="1773770"/>
                  </a:lnTo>
                  <a:lnTo>
                    <a:pt x="53352" y="1773364"/>
                  </a:lnTo>
                  <a:lnTo>
                    <a:pt x="62763" y="1762963"/>
                  </a:lnTo>
                  <a:close/>
                </a:path>
                <a:path w="1837689" h="3302635">
                  <a:moveTo>
                    <a:pt x="126974" y="1342415"/>
                  </a:moveTo>
                  <a:lnTo>
                    <a:pt x="118351" y="1331341"/>
                  </a:lnTo>
                  <a:lnTo>
                    <a:pt x="110375" y="1330350"/>
                  </a:lnTo>
                  <a:lnTo>
                    <a:pt x="104838" y="1334655"/>
                  </a:lnTo>
                  <a:lnTo>
                    <a:pt x="65519" y="1365237"/>
                  </a:lnTo>
                  <a:lnTo>
                    <a:pt x="59982" y="1369542"/>
                  </a:lnTo>
                  <a:lnTo>
                    <a:pt x="58991" y="1377518"/>
                  </a:lnTo>
                  <a:lnTo>
                    <a:pt x="67602" y="1388592"/>
                  </a:lnTo>
                  <a:lnTo>
                    <a:pt x="75577" y="1389595"/>
                  </a:lnTo>
                  <a:lnTo>
                    <a:pt x="81114" y="1385277"/>
                  </a:lnTo>
                  <a:lnTo>
                    <a:pt x="120434" y="1354696"/>
                  </a:lnTo>
                  <a:lnTo>
                    <a:pt x="125971" y="1350391"/>
                  </a:lnTo>
                  <a:lnTo>
                    <a:pt x="126974" y="1342415"/>
                  </a:lnTo>
                  <a:close/>
                </a:path>
                <a:path w="1837689" h="3302635">
                  <a:moveTo>
                    <a:pt x="137121" y="1830158"/>
                  </a:moveTo>
                  <a:lnTo>
                    <a:pt x="136715" y="1822119"/>
                  </a:lnTo>
                  <a:lnTo>
                    <a:pt x="131508" y="1817420"/>
                  </a:lnTo>
                  <a:lnTo>
                    <a:pt x="94335" y="1783829"/>
                  </a:lnTo>
                  <a:lnTo>
                    <a:pt x="89128" y="1779117"/>
                  </a:lnTo>
                  <a:lnTo>
                    <a:pt x="81089" y="1779524"/>
                  </a:lnTo>
                  <a:lnTo>
                    <a:pt x="71691" y="1789938"/>
                  </a:lnTo>
                  <a:lnTo>
                    <a:pt x="72097" y="1797964"/>
                  </a:lnTo>
                  <a:lnTo>
                    <a:pt x="77304" y="1802663"/>
                  </a:lnTo>
                  <a:lnTo>
                    <a:pt x="114477" y="1836267"/>
                  </a:lnTo>
                  <a:lnTo>
                    <a:pt x="119684" y="1840966"/>
                  </a:lnTo>
                  <a:lnTo>
                    <a:pt x="127711" y="1840560"/>
                  </a:lnTo>
                  <a:lnTo>
                    <a:pt x="137121" y="1830158"/>
                  </a:lnTo>
                  <a:close/>
                </a:path>
                <a:path w="1837689" h="3302635">
                  <a:moveTo>
                    <a:pt x="205613" y="1281252"/>
                  </a:moveTo>
                  <a:lnTo>
                    <a:pt x="197002" y="1270177"/>
                  </a:lnTo>
                  <a:lnTo>
                    <a:pt x="189014" y="1269174"/>
                  </a:lnTo>
                  <a:lnTo>
                    <a:pt x="183476" y="1273479"/>
                  </a:lnTo>
                  <a:lnTo>
                    <a:pt x="144157" y="1304074"/>
                  </a:lnTo>
                  <a:lnTo>
                    <a:pt x="138620" y="1308379"/>
                  </a:lnTo>
                  <a:lnTo>
                    <a:pt x="137629" y="1316355"/>
                  </a:lnTo>
                  <a:lnTo>
                    <a:pt x="146240" y="1327429"/>
                  </a:lnTo>
                  <a:lnTo>
                    <a:pt x="154216" y="1328420"/>
                  </a:lnTo>
                  <a:lnTo>
                    <a:pt x="159753" y="1324114"/>
                  </a:lnTo>
                  <a:lnTo>
                    <a:pt x="199072" y="1293533"/>
                  </a:lnTo>
                  <a:lnTo>
                    <a:pt x="204609" y="1289227"/>
                  </a:lnTo>
                  <a:lnTo>
                    <a:pt x="205613" y="1281252"/>
                  </a:lnTo>
                  <a:close/>
                </a:path>
                <a:path w="1837689" h="3302635">
                  <a:moveTo>
                    <a:pt x="211480" y="1897354"/>
                  </a:moveTo>
                  <a:lnTo>
                    <a:pt x="211074" y="1889328"/>
                  </a:lnTo>
                  <a:lnTo>
                    <a:pt x="205867" y="1884616"/>
                  </a:lnTo>
                  <a:lnTo>
                    <a:pt x="168681" y="1851025"/>
                  </a:lnTo>
                  <a:lnTo>
                    <a:pt x="163487" y="1846313"/>
                  </a:lnTo>
                  <a:lnTo>
                    <a:pt x="155448" y="1846719"/>
                  </a:lnTo>
                  <a:lnTo>
                    <a:pt x="146050" y="1857133"/>
                  </a:lnTo>
                  <a:lnTo>
                    <a:pt x="146456" y="1865160"/>
                  </a:lnTo>
                  <a:lnTo>
                    <a:pt x="151663" y="1869871"/>
                  </a:lnTo>
                  <a:lnTo>
                    <a:pt x="188836" y="1903463"/>
                  </a:lnTo>
                  <a:lnTo>
                    <a:pt x="194043" y="1908162"/>
                  </a:lnTo>
                  <a:lnTo>
                    <a:pt x="202069" y="1907755"/>
                  </a:lnTo>
                  <a:lnTo>
                    <a:pt x="211480" y="1897354"/>
                  </a:lnTo>
                  <a:close/>
                </a:path>
                <a:path w="1837689" h="3302635">
                  <a:moveTo>
                    <a:pt x="284251" y="1220089"/>
                  </a:moveTo>
                  <a:lnTo>
                    <a:pt x="275640" y="1209014"/>
                  </a:lnTo>
                  <a:lnTo>
                    <a:pt x="267665" y="1208011"/>
                  </a:lnTo>
                  <a:lnTo>
                    <a:pt x="262128" y="1212316"/>
                  </a:lnTo>
                  <a:lnTo>
                    <a:pt x="222808" y="1242898"/>
                  </a:lnTo>
                  <a:lnTo>
                    <a:pt x="217271" y="1247203"/>
                  </a:lnTo>
                  <a:lnTo>
                    <a:pt x="216268" y="1255191"/>
                  </a:lnTo>
                  <a:lnTo>
                    <a:pt x="224878" y="1266266"/>
                  </a:lnTo>
                  <a:lnTo>
                    <a:pt x="232854" y="1267256"/>
                  </a:lnTo>
                  <a:lnTo>
                    <a:pt x="238391" y="1262951"/>
                  </a:lnTo>
                  <a:lnTo>
                    <a:pt x="277723" y="1232369"/>
                  </a:lnTo>
                  <a:lnTo>
                    <a:pt x="283260" y="1228064"/>
                  </a:lnTo>
                  <a:lnTo>
                    <a:pt x="284251" y="1220089"/>
                  </a:lnTo>
                  <a:close/>
                </a:path>
                <a:path w="1837689" h="3302635">
                  <a:moveTo>
                    <a:pt x="285838" y="1964550"/>
                  </a:moveTo>
                  <a:lnTo>
                    <a:pt x="285432" y="1956523"/>
                  </a:lnTo>
                  <a:lnTo>
                    <a:pt x="280225" y="1951812"/>
                  </a:lnTo>
                  <a:lnTo>
                    <a:pt x="243039" y="1918220"/>
                  </a:lnTo>
                  <a:lnTo>
                    <a:pt x="237845" y="1913521"/>
                  </a:lnTo>
                  <a:lnTo>
                    <a:pt x="229806" y="1913915"/>
                  </a:lnTo>
                  <a:lnTo>
                    <a:pt x="220408" y="1924329"/>
                  </a:lnTo>
                  <a:lnTo>
                    <a:pt x="220814" y="1932355"/>
                  </a:lnTo>
                  <a:lnTo>
                    <a:pt x="226009" y="1937067"/>
                  </a:lnTo>
                  <a:lnTo>
                    <a:pt x="263194" y="1970659"/>
                  </a:lnTo>
                  <a:lnTo>
                    <a:pt x="268401" y="1975370"/>
                  </a:lnTo>
                  <a:lnTo>
                    <a:pt x="276428" y="1974964"/>
                  </a:lnTo>
                  <a:lnTo>
                    <a:pt x="285838" y="1964550"/>
                  </a:lnTo>
                  <a:close/>
                </a:path>
                <a:path w="1837689" h="3302635">
                  <a:moveTo>
                    <a:pt x="360184" y="2031746"/>
                  </a:moveTo>
                  <a:lnTo>
                    <a:pt x="359778" y="2023719"/>
                  </a:lnTo>
                  <a:lnTo>
                    <a:pt x="354584" y="2019020"/>
                  </a:lnTo>
                  <a:lnTo>
                    <a:pt x="317398" y="1985416"/>
                  </a:lnTo>
                  <a:lnTo>
                    <a:pt x="312204" y="1980717"/>
                  </a:lnTo>
                  <a:lnTo>
                    <a:pt x="304165" y="1981123"/>
                  </a:lnTo>
                  <a:lnTo>
                    <a:pt x="294767" y="1991525"/>
                  </a:lnTo>
                  <a:lnTo>
                    <a:pt x="295173" y="1999564"/>
                  </a:lnTo>
                  <a:lnTo>
                    <a:pt x="300367" y="2004263"/>
                  </a:lnTo>
                  <a:lnTo>
                    <a:pt x="337553" y="2037854"/>
                  </a:lnTo>
                  <a:lnTo>
                    <a:pt x="342760" y="2042566"/>
                  </a:lnTo>
                  <a:lnTo>
                    <a:pt x="350786" y="2042160"/>
                  </a:lnTo>
                  <a:lnTo>
                    <a:pt x="360184" y="2031746"/>
                  </a:lnTo>
                  <a:close/>
                </a:path>
                <a:path w="1837689" h="3302635">
                  <a:moveTo>
                    <a:pt x="362889" y="1158913"/>
                  </a:moveTo>
                  <a:lnTo>
                    <a:pt x="354279" y="1147851"/>
                  </a:lnTo>
                  <a:lnTo>
                    <a:pt x="346303" y="1146848"/>
                  </a:lnTo>
                  <a:lnTo>
                    <a:pt x="340766" y="1151153"/>
                  </a:lnTo>
                  <a:lnTo>
                    <a:pt x="301447" y="1181735"/>
                  </a:lnTo>
                  <a:lnTo>
                    <a:pt x="295910" y="1186040"/>
                  </a:lnTo>
                  <a:lnTo>
                    <a:pt x="294906" y="1194028"/>
                  </a:lnTo>
                  <a:lnTo>
                    <a:pt x="303517" y="1205090"/>
                  </a:lnTo>
                  <a:lnTo>
                    <a:pt x="311505" y="1206093"/>
                  </a:lnTo>
                  <a:lnTo>
                    <a:pt x="317042" y="1201788"/>
                  </a:lnTo>
                  <a:lnTo>
                    <a:pt x="356362" y="1171206"/>
                  </a:lnTo>
                  <a:lnTo>
                    <a:pt x="361899" y="1166901"/>
                  </a:lnTo>
                  <a:lnTo>
                    <a:pt x="362889" y="1158913"/>
                  </a:lnTo>
                  <a:close/>
                </a:path>
                <a:path w="1837689" h="3302635">
                  <a:moveTo>
                    <a:pt x="434543" y="2098941"/>
                  </a:moveTo>
                  <a:lnTo>
                    <a:pt x="434136" y="2090915"/>
                  </a:lnTo>
                  <a:lnTo>
                    <a:pt x="428942" y="2086216"/>
                  </a:lnTo>
                  <a:lnTo>
                    <a:pt x="391756" y="2052612"/>
                  </a:lnTo>
                  <a:lnTo>
                    <a:pt x="386549" y="2047913"/>
                  </a:lnTo>
                  <a:lnTo>
                    <a:pt x="378523" y="2048319"/>
                  </a:lnTo>
                  <a:lnTo>
                    <a:pt x="369112" y="2058720"/>
                  </a:lnTo>
                  <a:lnTo>
                    <a:pt x="369519" y="2066759"/>
                  </a:lnTo>
                  <a:lnTo>
                    <a:pt x="374726" y="2071458"/>
                  </a:lnTo>
                  <a:lnTo>
                    <a:pt x="411911" y="2105063"/>
                  </a:lnTo>
                  <a:lnTo>
                    <a:pt x="417106" y="2109762"/>
                  </a:lnTo>
                  <a:lnTo>
                    <a:pt x="425145" y="2109355"/>
                  </a:lnTo>
                  <a:lnTo>
                    <a:pt x="434543" y="2098941"/>
                  </a:lnTo>
                  <a:close/>
                </a:path>
                <a:path w="1837689" h="3302635">
                  <a:moveTo>
                    <a:pt x="441528" y="1097749"/>
                  </a:moveTo>
                  <a:lnTo>
                    <a:pt x="432917" y="1086675"/>
                  </a:lnTo>
                  <a:lnTo>
                    <a:pt x="424942" y="1085684"/>
                  </a:lnTo>
                  <a:lnTo>
                    <a:pt x="419404" y="1089990"/>
                  </a:lnTo>
                  <a:lnTo>
                    <a:pt x="380085" y="1120571"/>
                  </a:lnTo>
                  <a:lnTo>
                    <a:pt x="374548" y="1124877"/>
                  </a:lnTo>
                  <a:lnTo>
                    <a:pt x="373557" y="1132852"/>
                  </a:lnTo>
                  <a:lnTo>
                    <a:pt x="382168" y="1143927"/>
                  </a:lnTo>
                  <a:lnTo>
                    <a:pt x="390144" y="1144930"/>
                  </a:lnTo>
                  <a:lnTo>
                    <a:pt x="395681" y="1140625"/>
                  </a:lnTo>
                  <a:lnTo>
                    <a:pt x="435000" y="1110043"/>
                  </a:lnTo>
                  <a:lnTo>
                    <a:pt x="440537" y="1105738"/>
                  </a:lnTo>
                  <a:lnTo>
                    <a:pt x="441528" y="1097749"/>
                  </a:lnTo>
                  <a:close/>
                </a:path>
                <a:path w="1837689" h="3302635">
                  <a:moveTo>
                    <a:pt x="508901" y="2166137"/>
                  </a:moveTo>
                  <a:lnTo>
                    <a:pt x="508495" y="2158111"/>
                  </a:lnTo>
                  <a:lnTo>
                    <a:pt x="503301" y="2153412"/>
                  </a:lnTo>
                  <a:lnTo>
                    <a:pt x="466115" y="2119807"/>
                  </a:lnTo>
                  <a:lnTo>
                    <a:pt x="460908" y="2115108"/>
                  </a:lnTo>
                  <a:lnTo>
                    <a:pt x="452882" y="2115515"/>
                  </a:lnTo>
                  <a:lnTo>
                    <a:pt x="443471" y="2125916"/>
                  </a:lnTo>
                  <a:lnTo>
                    <a:pt x="443877" y="2133955"/>
                  </a:lnTo>
                  <a:lnTo>
                    <a:pt x="449084" y="2138654"/>
                  </a:lnTo>
                  <a:lnTo>
                    <a:pt x="486270" y="2172258"/>
                  </a:lnTo>
                  <a:lnTo>
                    <a:pt x="491464" y="2176957"/>
                  </a:lnTo>
                  <a:lnTo>
                    <a:pt x="499503" y="2176551"/>
                  </a:lnTo>
                  <a:lnTo>
                    <a:pt x="508901" y="2166137"/>
                  </a:lnTo>
                  <a:close/>
                </a:path>
                <a:path w="1837689" h="3302635">
                  <a:moveTo>
                    <a:pt x="520179" y="1036586"/>
                  </a:moveTo>
                  <a:lnTo>
                    <a:pt x="511568" y="1025512"/>
                  </a:lnTo>
                  <a:lnTo>
                    <a:pt x="503580" y="1024521"/>
                  </a:lnTo>
                  <a:lnTo>
                    <a:pt x="498043" y="1028827"/>
                  </a:lnTo>
                  <a:lnTo>
                    <a:pt x="458724" y="1059408"/>
                  </a:lnTo>
                  <a:lnTo>
                    <a:pt x="453186" y="1063713"/>
                  </a:lnTo>
                  <a:lnTo>
                    <a:pt x="452196" y="1071689"/>
                  </a:lnTo>
                  <a:lnTo>
                    <a:pt x="460806" y="1082763"/>
                  </a:lnTo>
                  <a:lnTo>
                    <a:pt x="468782" y="1083767"/>
                  </a:lnTo>
                  <a:lnTo>
                    <a:pt x="474319" y="1079461"/>
                  </a:lnTo>
                  <a:lnTo>
                    <a:pt x="513638" y="1048867"/>
                  </a:lnTo>
                  <a:lnTo>
                    <a:pt x="519176" y="1044562"/>
                  </a:lnTo>
                  <a:lnTo>
                    <a:pt x="520179" y="1036586"/>
                  </a:lnTo>
                  <a:close/>
                </a:path>
                <a:path w="1837689" h="3302635">
                  <a:moveTo>
                    <a:pt x="583260" y="2233345"/>
                  </a:moveTo>
                  <a:lnTo>
                    <a:pt x="582853" y="2225306"/>
                  </a:lnTo>
                  <a:lnTo>
                    <a:pt x="577646" y="2220607"/>
                  </a:lnTo>
                  <a:lnTo>
                    <a:pt x="540473" y="2187003"/>
                  </a:lnTo>
                  <a:lnTo>
                    <a:pt x="535266" y="2182304"/>
                  </a:lnTo>
                  <a:lnTo>
                    <a:pt x="527240" y="2182711"/>
                  </a:lnTo>
                  <a:lnTo>
                    <a:pt x="517829" y="2193125"/>
                  </a:lnTo>
                  <a:lnTo>
                    <a:pt x="518236" y="2201151"/>
                  </a:lnTo>
                  <a:lnTo>
                    <a:pt x="523443" y="2205850"/>
                  </a:lnTo>
                  <a:lnTo>
                    <a:pt x="560616" y="2239454"/>
                  </a:lnTo>
                  <a:lnTo>
                    <a:pt x="565823" y="2244153"/>
                  </a:lnTo>
                  <a:lnTo>
                    <a:pt x="573862" y="2243747"/>
                  </a:lnTo>
                  <a:lnTo>
                    <a:pt x="583260" y="2233345"/>
                  </a:lnTo>
                  <a:close/>
                </a:path>
                <a:path w="1837689" h="3302635">
                  <a:moveTo>
                    <a:pt x="598817" y="975423"/>
                  </a:moveTo>
                  <a:lnTo>
                    <a:pt x="590207" y="964349"/>
                  </a:lnTo>
                  <a:lnTo>
                    <a:pt x="582231" y="963345"/>
                  </a:lnTo>
                  <a:lnTo>
                    <a:pt x="576694" y="967663"/>
                  </a:lnTo>
                  <a:lnTo>
                    <a:pt x="537362" y="998245"/>
                  </a:lnTo>
                  <a:lnTo>
                    <a:pt x="531837" y="1002550"/>
                  </a:lnTo>
                  <a:lnTo>
                    <a:pt x="530834" y="1010526"/>
                  </a:lnTo>
                  <a:lnTo>
                    <a:pt x="539445" y="1021600"/>
                  </a:lnTo>
                  <a:lnTo>
                    <a:pt x="547420" y="1022591"/>
                  </a:lnTo>
                  <a:lnTo>
                    <a:pt x="552958" y="1018286"/>
                  </a:lnTo>
                  <a:lnTo>
                    <a:pt x="592277" y="987704"/>
                  </a:lnTo>
                  <a:lnTo>
                    <a:pt x="597814" y="983399"/>
                  </a:lnTo>
                  <a:lnTo>
                    <a:pt x="598817" y="975423"/>
                  </a:lnTo>
                  <a:close/>
                </a:path>
                <a:path w="1837689" h="3302635">
                  <a:moveTo>
                    <a:pt x="657618" y="2300541"/>
                  </a:moveTo>
                  <a:lnTo>
                    <a:pt x="657212" y="2292502"/>
                  </a:lnTo>
                  <a:lnTo>
                    <a:pt x="652005" y="2287803"/>
                  </a:lnTo>
                  <a:lnTo>
                    <a:pt x="614832" y="2254212"/>
                  </a:lnTo>
                  <a:lnTo>
                    <a:pt x="609625" y="2249500"/>
                  </a:lnTo>
                  <a:lnTo>
                    <a:pt x="601599" y="2249906"/>
                  </a:lnTo>
                  <a:lnTo>
                    <a:pt x="592188" y="2260320"/>
                  </a:lnTo>
                  <a:lnTo>
                    <a:pt x="592594" y="2268347"/>
                  </a:lnTo>
                  <a:lnTo>
                    <a:pt x="597801" y="2273046"/>
                  </a:lnTo>
                  <a:lnTo>
                    <a:pt x="634974" y="2306650"/>
                  </a:lnTo>
                  <a:lnTo>
                    <a:pt x="640181" y="2311349"/>
                  </a:lnTo>
                  <a:lnTo>
                    <a:pt x="648208" y="2310942"/>
                  </a:lnTo>
                  <a:lnTo>
                    <a:pt x="657618" y="2300541"/>
                  </a:lnTo>
                  <a:close/>
                </a:path>
                <a:path w="1837689" h="3302635">
                  <a:moveTo>
                    <a:pt x="677456" y="914260"/>
                  </a:moveTo>
                  <a:lnTo>
                    <a:pt x="668845" y="903185"/>
                  </a:lnTo>
                  <a:lnTo>
                    <a:pt x="660869" y="902182"/>
                  </a:lnTo>
                  <a:lnTo>
                    <a:pt x="655332" y="906487"/>
                  </a:lnTo>
                  <a:lnTo>
                    <a:pt x="616013" y="937069"/>
                  </a:lnTo>
                  <a:lnTo>
                    <a:pt x="610476" y="941387"/>
                  </a:lnTo>
                  <a:lnTo>
                    <a:pt x="609473" y="949363"/>
                  </a:lnTo>
                  <a:lnTo>
                    <a:pt x="618083" y="960437"/>
                  </a:lnTo>
                  <a:lnTo>
                    <a:pt x="626071" y="961428"/>
                  </a:lnTo>
                  <a:lnTo>
                    <a:pt x="631609" y="957122"/>
                  </a:lnTo>
                  <a:lnTo>
                    <a:pt x="670928" y="926541"/>
                  </a:lnTo>
                  <a:lnTo>
                    <a:pt x="676465" y="922235"/>
                  </a:lnTo>
                  <a:lnTo>
                    <a:pt x="677456" y="914260"/>
                  </a:lnTo>
                  <a:close/>
                </a:path>
                <a:path w="1837689" h="3302635">
                  <a:moveTo>
                    <a:pt x="731977" y="2367737"/>
                  </a:moveTo>
                  <a:lnTo>
                    <a:pt x="731570" y="2359710"/>
                  </a:lnTo>
                  <a:lnTo>
                    <a:pt x="726363" y="2354999"/>
                  </a:lnTo>
                  <a:lnTo>
                    <a:pt x="689190" y="2321407"/>
                  </a:lnTo>
                  <a:lnTo>
                    <a:pt x="683983" y="2316696"/>
                  </a:lnTo>
                  <a:lnTo>
                    <a:pt x="675957" y="2317102"/>
                  </a:lnTo>
                  <a:lnTo>
                    <a:pt x="666546" y="2327516"/>
                  </a:lnTo>
                  <a:lnTo>
                    <a:pt x="666953" y="2335542"/>
                  </a:lnTo>
                  <a:lnTo>
                    <a:pt x="672160" y="2340241"/>
                  </a:lnTo>
                  <a:lnTo>
                    <a:pt x="709333" y="2373846"/>
                  </a:lnTo>
                  <a:lnTo>
                    <a:pt x="714540" y="2378545"/>
                  </a:lnTo>
                  <a:lnTo>
                    <a:pt x="722566" y="2378138"/>
                  </a:lnTo>
                  <a:lnTo>
                    <a:pt x="731977" y="2367737"/>
                  </a:lnTo>
                  <a:close/>
                </a:path>
                <a:path w="1837689" h="3302635">
                  <a:moveTo>
                    <a:pt x="756094" y="853097"/>
                  </a:moveTo>
                  <a:lnTo>
                    <a:pt x="747483" y="842022"/>
                  </a:lnTo>
                  <a:lnTo>
                    <a:pt x="739508" y="841019"/>
                  </a:lnTo>
                  <a:lnTo>
                    <a:pt x="733971" y="845324"/>
                  </a:lnTo>
                  <a:lnTo>
                    <a:pt x="694651" y="875906"/>
                  </a:lnTo>
                  <a:lnTo>
                    <a:pt x="689114" y="880211"/>
                  </a:lnTo>
                  <a:lnTo>
                    <a:pt x="688111" y="888199"/>
                  </a:lnTo>
                  <a:lnTo>
                    <a:pt x="696734" y="899274"/>
                  </a:lnTo>
                  <a:lnTo>
                    <a:pt x="704710" y="900264"/>
                  </a:lnTo>
                  <a:lnTo>
                    <a:pt x="710247" y="895959"/>
                  </a:lnTo>
                  <a:lnTo>
                    <a:pt x="749566" y="865378"/>
                  </a:lnTo>
                  <a:lnTo>
                    <a:pt x="755103" y="861072"/>
                  </a:lnTo>
                  <a:lnTo>
                    <a:pt x="756094" y="853097"/>
                  </a:lnTo>
                  <a:close/>
                </a:path>
                <a:path w="1837689" h="3302635">
                  <a:moveTo>
                    <a:pt x="806335" y="2434933"/>
                  </a:moveTo>
                  <a:lnTo>
                    <a:pt x="805929" y="2426906"/>
                  </a:lnTo>
                  <a:lnTo>
                    <a:pt x="800722" y="2422194"/>
                  </a:lnTo>
                  <a:lnTo>
                    <a:pt x="763549" y="2388603"/>
                  </a:lnTo>
                  <a:lnTo>
                    <a:pt x="758342" y="2383891"/>
                  </a:lnTo>
                  <a:lnTo>
                    <a:pt x="750316" y="2384298"/>
                  </a:lnTo>
                  <a:lnTo>
                    <a:pt x="740905" y="2394712"/>
                  </a:lnTo>
                  <a:lnTo>
                    <a:pt x="741311" y="2402738"/>
                  </a:lnTo>
                  <a:lnTo>
                    <a:pt x="746518" y="2407450"/>
                  </a:lnTo>
                  <a:lnTo>
                    <a:pt x="783691" y="2441041"/>
                  </a:lnTo>
                  <a:lnTo>
                    <a:pt x="788898" y="2445753"/>
                  </a:lnTo>
                  <a:lnTo>
                    <a:pt x="796925" y="2445347"/>
                  </a:lnTo>
                  <a:lnTo>
                    <a:pt x="806335" y="2434933"/>
                  </a:lnTo>
                  <a:close/>
                </a:path>
                <a:path w="1837689" h="3302635">
                  <a:moveTo>
                    <a:pt x="834745" y="791921"/>
                  </a:moveTo>
                  <a:lnTo>
                    <a:pt x="826122" y="780846"/>
                  </a:lnTo>
                  <a:lnTo>
                    <a:pt x="818146" y="779856"/>
                  </a:lnTo>
                  <a:lnTo>
                    <a:pt x="812609" y="784161"/>
                  </a:lnTo>
                  <a:lnTo>
                    <a:pt x="773290" y="814743"/>
                  </a:lnTo>
                  <a:lnTo>
                    <a:pt x="767753" y="819048"/>
                  </a:lnTo>
                  <a:lnTo>
                    <a:pt x="766762" y="827024"/>
                  </a:lnTo>
                  <a:lnTo>
                    <a:pt x="775373" y="838098"/>
                  </a:lnTo>
                  <a:lnTo>
                    <a:pt x="783348" y="839101"/>
                  </a:lnTo>
                  <a:lnTo>
                    <a:pt x="788885" y="834796"/>
                  </a:lnTo>
                  <a:lnTo>
                    <a:pt x="828205" y="804214"/>
                  </a:lnTo>
                  <a:lnTo>
                    <a:pt x="833742" y="799909"/>
                  </a:lnTo>
                  <a:lnTo>
                    <a:pt x="834745" y="791921"/>
                  </a:lnTo>
                  <a:close/>
                </a:path>
                <a:path w="1837689" h="3302635">
                  <a:moveTo>
                    <a:pt x="880694" y="2502128"/>
                  </a:moveTo>
                  <a:lnTo>
                    <a:pt x="880287" y="2494102"/>
                  </a:lnTo>
                  <a:lnTo>
                    <a:pt x="875080" y="2489390"/>
                  </a:lnTo>
                  <a:lnTo>
                    <a:pt x="837907" y="2455799"/>
                  </a:lnTo>
                  <a:lnTo>
                    <a:pt x="832700" y="2451100"/>
                  </a:lnTo>
                  <a:lnTo>
                    <a:pt x="824661" y="2451506"/>
                  </a:lnTo>
                  <a:lnTo>
                    <a:pt x="815263" y="2461907"/>
                  </a:lnTo>
                  <a:lnTo>
                    <a:pt x="815670" y="2469934"/>
                  </a:lnTo>
                  <a:lnTo>
                    <a:pt x="820877" y="2474645"/>
                  </a:lnTo>
                  <a:lnTo>
                    <a:pt x="858050" y="2508237"/>
                  </a:lnTo>
                  <a:lnTo>
                    <a:pt x="863257" y="2512949"/>
                  </a:lnTo>
                  <a:lnTo>
                    <a:pt x="871283" y="2512542"/>
                  </a:lnTo>
                  <a:lnTo>
                    <a:pt x="880694" y="2502128"/>
                  </a:lnTo>
                  <a:close/>
                </a:path>
                <a:path w="1837689" h="3302635">
                  <a:moveTo>
                    <a:pt x="913384" y="730758"/>
                  </a:moveTo>
                  <a:lnTo>
                    <a:pt x="904773" y="719683"/>
                  </a:lnTo>
                  <a:lnTo>
                    <a:pt x="896785" y="718693"/>
                  </a:lnTo>
                  <a:lnTo>
                    <a:pt x="891247" y="722998"/>
                  </a:lnTo>
                  <a:lnTo>
                    <a:pt x="851928" y="753579"/>
                  </a:lnTo>
                  <a:lnTo>
                    <a:pt x="846391" y="757885"/>
                  </a:lnTo>
                  <a:lnTo>
                    <a:pt x="845400" y="765860"/>
                  </a:lnTo>
                  <a:lnTo>
                    <a:pt x="854011" y="776935"/>
                  </a:lnTo>
                  <a:lnTo>
                    <a:pt x="861987" y="777938"/>
                  </a:lnTo>
                  <a:lnTo>
                    <a:pt x="867524" y="773633"/>
                  </a:lnTo>
                  <a:lnTo>
                    <a:pt x="906843" y="743051"/>
                  </a:lnTo>
                  <a:lnTo>
                    <a:pt x="912380" y="738733"/>
                  </a:lnTo>
                  <a:lnTo>
                    <a:pt x="913384" y="730758"/>
                  </a:lnTo>
                  <a:close/>
                </a:path>
                <a:path w="1837689" h="3302635">
                  <a:moveTo>
                    <a:pt x="955052" y="2569324"/>
                  </a:moveTo>
                  <a:lnTo>
                    <a:pt x="954646" y="2561298"/>
                  </a:lnTo>
                  <a:lnTo>
                    <a:pt x="949439" y="2556599"/>
                  </a:lnTo>
                  <a:lnTo>
                    <a:pt x="912253" y="2522994"/>
                  </a:lnTo>
                  <a:lnTo>
                    <a:pt x="907059" y="2518295"/>
                  </a:lnTo>
                  <a:lnTo>
                    <a:pt x="899020" y="2518702"/>
                  </a:lnTo>
                  <a:lnTo>
                    <a:pt x="889622" y="2529103"/>
                  </a:lnTo>
                  <a:lnTo>
                    <a:pt x="890028" y="2537142"/>
                  </a:lnTo>
                  <a:lnTo>
                    <a:pt x="895223" y="2541841"/>
                  </a:lnTo>
                  <a:lnTo>
                    <a:pt x="932408" y="2575433"/>
                  </a:lnTo>
                  <a:lnTo>
                    <a:pt x="937615" y="2580144"/>
                  </a:lnTo>
                  <a:lnTo>
                    <a:pt x="945642" y="2579738"/>
                  </a:lnTo>
                  <a:lnTo>
                    <a:pt x="955052" y="2569324"/>
                  </a:lnTo>
                  <a:close/>
                </a:path>
                <a:path w="1837689" h="3302635">
                  <a:moveTo>
                    <a:pt x="992022" y="669594"/>
                  </a:moveTo>
                  <a:lnTo>
                    <a:pt x="983411" y="658520"/>
                  </a:lnTo>
                  <a:lnTo>
                    <a:pt x="975436" y="657529"/>
                  </a:lnTo>
                  <a:lnTo>
                    <a:pt x="969899" y="661835"/>
                  </a:lnTo>
                  <a:lnTo>
                    <a:pt x="930579" y="692416"/>
                  </a:lnTo>
                  <a:lnTo>
                    <a:pt x="925042" y="696722"/>
                  </a:lnTo>
                  <a:lnTo>
                    <a:pt x="924039" y="704697"/>
                  </a:lnTo>
                  <a:lnTo>
                    <a:pt x="932649" y="715772"/>
                  </a:lnTo>
                  <a:lnTo>
                    <a:pt x="940638" y="716775"/>
                  </a:lnTo>
                  <a:lnTo>
                    <a:pt x="946162" y="712457"/>
                  </a:lnTo>
                  <a:lnTo>
                    <a:pt x="985494" y="681875"/>
                  </a:lnTo>
                  <a:lnTo>
                    <a:pt x="991031" y="677570"/>
                  </a:lnTo>
                  <a:lnTo>
                    <a:pt x="992022" y="669594"/>
                  </a:lnTo>
                  <a:close/>
                </a:path>
                <a:path w="1837689" h="3302635">
                  <a:moveTo>
                    <a:pt x="1029398" y="2636520"/>
                  </a:moveTo>
                  <a:lnTo>
                    <a:pt x="1029004" y="2628493"/>
                  </a:lnTo>
                  <a:lnTo>
                    <a:pt x="1023797" y="2623794"/>
                  </a:lnTo>
                  <a:lnTo>
                    <a:pt x="986612" y="2590190"/>
                  </a:lnTo>
                  <a:lnTo>
                    <a:pt x="981417" y="2585491"/>
                  </a:lnTo>
                  <a:lnTo>
                    <a:pt x="973378" y="2585897"/>
                  </a:lnTo>
                  <a:lnTo>
                    <a:pt x="963980" y="2596299"/>
                  </a:lnTo>
                  <a:lnTo>
                    <a:pt x="964387" y="2604338"/>
                  </a:lnTo>
                  <a:lnTo>
                    <a:pt x="969581" y="2609037"/>
                  </a:lnTo>
                  <a:lnTo>
                    <a:pt x="1006767" y="2642641"/>
                  </a:lnTo>
                  <a:lnTo>
                    <a:pt x="1011974" y="2647340"/>
                  </a:lnTo>
                  <a:lnTo>
                    <a:pt x="1020000" y="2646934"/>
                  </a:lnTo>
                  <a:lnTo>
                    <a:pt x="1029398" y="2636520"/>
                  </a:lnTo>
                  <a:close/>
                </a:path>
                <a:path w="1837689" h="3302635">
                  <a:moveTo>
                    <a:pt x="1070660" y="608431"/>
                  </a:moveTo>
                  <a:lnTo>
                    <a:pt x="1062050" y="597357"/>
                  </a:lnTo>
                  <a:lnTo>
                    <a:pt x="1054074" y="596353"/>
                  </a:lnTo>
                  <a:lnTo>
                    <a:pt x="1048537" y="600659"/>
                  </a:lnTo>
                  <a:lnTo>
                    <a:pt x="1009218" y="631253"/>
                  </a:lnTo>
                  <a:lnTo>
                    <a:pt x="1003681" y="635558"/>
                  </a:lnTo>
                  <a:lnTo>
                    <a:pt x="1002677" y="643534"/>
                  </a:lnTo>
                  <a:lnTo>
                    <a:pt x="1011288" y="654608"/>
                  </a:lnTo>
                  <a:lnTo>
                    <a:pt x="1019276" y="655599"/>
                  </a:lnTo>
                  <a:lnTo>
                    <a:pt x="1024813" y="651294"/>
                  </a:lnTo>
                  <a:lnTo>
                    <a:pt x="1064133" y="620712"/>
                  </a:lnTo>
                  <a:lnTo>
                    <a:pt x="1069670" y="616407"/>
                  </a:lnTo>
                  <a:lnTo>
                    <a:pt x="1070660" y="608431"/>
                  </a:lnTo>
                  <a:close/>
                </a:path>
                <a:path w="1837689" h="3302635">
                  <a:moveTo>
                    <a:pt x="1103757" y="2703728"/>
                  </a:moveTo>
                  <a:lnTo>
                    <a:pt x="1103350" y="2695689"/>
                  </a:lnTo>
                  <a:lnTo>
                    <a:pt x="1098156" y="2690990"/>
                  </a:lnTo>
                  <a:lnTo>
                    <a:pt x="1060970" y="2657386"/>
                  </a:lnTo>
                  <a:lnTo>
                    <a:pt x="1055763" y="2652687"/>
                  </a:lnTo>
                  <a:lnTo>
                    <a:pt x="1047737" y="2653093"/>
                  </a:lnTo>
                  <a:lnTo>
                    <a:pt x="1038326" y="2663507"/>
                  </a:lnTo>
                  <a:lnTo>
                    <a:pt x="1038733" y="2671534"/>
                  </a:lnTo>
                  <a:lnTo>
                    <a:pt x="1043940" y="2676233"/>
                  </a:lnTo>
                  <a:lnTo>
                    <a:pt x="1081125" y="2709837"/>
                  </a:lnTo>
                  <a:lnTo>
                    <a:pt x="1086319" y="2714536"/>
                  </a:lnTo>
                  <a:lnTo>
                    <a:pt x="1094359" y="2714129"/>
                  </a:lnTo>
                  <a:lnTo>
                    <a:pt x="1103757" y="2703728"/>
                  </a:lnTo>
                  <a:close/>
                </a:path>
                <a:path w="1837689" h="3302635">
                  <a:moveTo>
                    <a:pt x="1149311" y="547268"/>
                  </a:moveTo>
                  <a:lnTo>
                    <a:pt x="1140688" y="536194"/>
                  </a:lnTo>
                  <a:lnTo>
                    <a:pt x="1132713" y="535190"/>
                  </a:lnTo>
                  <a:lnTo>
                    <a:pt x="1127175" y="539496"/>
                  </a:lnTo>
                  <a:lnTo>
                    <a:pt x="1087856" y="570077"/>
                  </a:lnTo>
                  <a:lnTo>
                    <a:pt x="1082319" y="574382"/>
                  </a:lnTo>
                  <a:lnTo>
                    <a:pt x="1081328" y="582371"/>
                  </a:lnTo>
                  <a:lnTo>
                    <a:pt x="1089939" y="593445"/>
                  </a:lnTo>
                  <a:lnTo>
                    <a:pt x="1097915" y="594436"/>
                  </a:lnTo>
                  <a:lnTo>
                    <a:pt x="1103452" y="590130"/>
                  </a:lnTo>
                  <a:lnTo>
                    <a:pt x="1142771" y="559549"/>
                  </a:lnTo>
                  <a:lnTo>
                    <a:pt x="1148308" y="555244"/>
                  </a:lnTo>
                  <a:lnTo>
                    <a:pt x="1149311" y="547268"/>
                  </a:lnTo>
                  <a:close/>
                </a:path>
                <a:path w="1837689" h="3302635">
                  <a:moveTo>
                    <a:pt x="1178115" y="2770924"/>
                  </a:moveTo>
                  <a:lnTo>
                    <a:pt x="1177709" y="2762885"/>
                  </a:lnTo>
                  <a:lnTo>
                    <a:pt x="1172514" y="2758186"/>
                  </a:lnTo>
                  <a:lnTo>
                    <a:pt x="1135329" y="2724581"/>
                  </a:lnTo>
                  <a:lnTo>
                    <a:pt x="1130122" y="2719882"/>
                  </a:lnTo>
                  <a:lnTo>
                    <a:pt x="1122095" y="2720289"/>
                  </a:lnTo>
                  <a:lnTo>
                    <a:pt x="1112685" y="2730703"/>
                  </a:lnTo>
                  <a:lnTo>
                    <a:pt x="1113091" y="2738729"/>
                  </a:lnTo>
                  <a:lnTo>
                    <a:pt x="1118298" y="2743428"/>
                  </a:lnTo>
                  <a:lnTo>
                    <a:pt x="1155484" y="2777032"/>
                  </a:lnTo>
                  <a:lnTo>
                    <a:pt x="1160678" y="2781731"/>
                  </a:lnTo>
                  <a:lnTo>
                    <a:pt x="1168717" y="2781325"/>
                  </a:lnTo>
                  <a:lnTo>
                    <a:pt x="1178115" y="2770924"/>
                  </a:lnTo>
                  <a:close/>
                </a:path>
                <a:path w="1837689" h="3302635">
                  <a:moveTo>
                    <a:pt x="1227950" y="486092"/>
                  </a:moveTo>
                  <a:lnTo>
                    <a:pt x="1219339" y="475030"/>
                  </a:lnTo>
                  <a:lnTo>
                    <a:pt x="1211351" y="474027"/>
                  </a:lnTo>
                  <a:lnTo>
                    <a:pt x="1205814" y="478332"/>
                  </a:lnTo>
                  <a:lnTo>
                    <a:pt x="1166495" y="508914"/>
                  </a:lnTo>
                  <a:lnTo>
                    <a:pt x="1160957" y="513219"/>
                  </a:lnTo>
                  <a:lnTo>
                    <a:pt x="1159967" y="521208"/>
                  </a:lnTo>
                  <a:lnTo>
                    <a:pt x="1168577" y="532269"/>
                  </a:lnTo>
                  <a:lnTo>
                    <a:pt x="1176553" y="533273"/>
                  </a:lnTo>
                  <a:lnTo>
                    <a:pt x="1182090" y="528967"/>
                  </a:lnTo>
                  <a:lnTo>
                    <a:pt x="1221409" y="498386"/>
                  </a:lnTo>
                  <a:lnTo>
                    <a:pt x="1226947" y="494080"/>
                  </a:lnTo>
                  <a:lnTo>
                    <a:pt x="1227950" y="486092"/>
                  </a:lnTo>
                  <a:close/>
                </a:path>
                <a:path w="1837689" h="3302635">
                  <a:moveTo>
                    <a:pt x="1252474" y="2838119"/>
                  </a:moveTo>
                  <a:lnTo>
                    <a:pt x="1252067" y="2830093"/>
                  </a:lnTo>
                  <a:lnTo>
                    <a:pt x="1246860" y="2825381"/>
                  </a:lnTo>
                  <a:lnTo>
                    <a:pt x="1209687" y="2791790"/>
                  </a:lnTo>
                  <a:lnTo>
                    <a:pt x="1204480" y="2787078"/>
                  </a:lnTo>
                  <a:lnTo>
                    <a:pt x="1196454" y="2787485"/>
                  </a:lnTo>
                  <a:lnTo>
                    <a:pt x="1187043" y="2797899"/>
                  </a:lnTo>
                  <a:lnTo>
                    <a:pt x="1187450" y="2805925"/>
                  </a:lnTo>
                  <a:lnTo>
                    <a:pt x="1192657" y="2810624"/>
                  </a:lnTo>
                  <a:lnTo>
                    <a:pt x="1229829" y="2844228"/>
                  </a:lnTo>
                  <a:lnTo>
                    <a:pt x="1235036" y="2848927"/>
                  </a:lnTo>
                  <a:lnTo>
                    <a:pt x="1243076" y="2848521"/>
                  </a:lnTo>
                  <a:lnTo>
                    <a:pt x="1252474" y="2838119"/>
                  </a:lnTo>
                  <a:close/>
                </a:path>
                <a:path w="1837689" h="3302635">
                  <a:moveTo>
                    <a:pt x="1306588" y="424929"/>
                  </a:moveTo>
                  <a:lnTo>
                    <a:pt x="1297978" y="413854"/>
                  </a:lnTo>
                  <a:lnTo>
                    <a:pt x="1290002" y="412864"/>
                  </a:lnTo>
                  <a:lnTo>
                    <a:pt x="1284465" y="417169"/>
                  </a:lnTo>
                  <a:lnTo>
                    <a:pt x="1245146" y="447751"/>
                  </a:lnTo>
                  <a:lnTo>
                    <a:pt x="1239608" y="452056"/>
                  </a:lnTo>
                  <a:lnTo>
                    <a:pt x="1238605" y="460032"/>
                  </a:lnTo>
                  <a:lnTo>
                    <a:pt x="1247216" y="471106"/>
                  </a:lnTo>
                  <a:lnTo>
                    <a:pt x="1255191" y="472109"/>
                  </a:lnTo>
                  <a:lnTo>
                    <a:pt x="1260729" y="467804"/>
                  </a:lnTo>
                  <a:lnTo>
                    <a:pt x="1300048" y="437222"/>
                  </a:lnTo>
                  <a:lnTo>
                    <a:pt x="1305585" y="432917"/>
                  </a:lnTo>
                  <a:lnTo>
                    <a:pt x="1306588" y="424929"/>
                  </a:lnTo>
                  <a:close/>
                </a:path>
                <a:path w="1837689" h="3302635">
                  <a:moveTo>
                    <a:pt x="1326832" y="2905315"/>
                  </a:moveTo>
                  <a:lnTo>
                    <a:pt x="1326426" y="2897289"/>
                  </a:lnTo>
                  <a:lnTo>
                    <a:pt x="1321219" y="2892577"/>
                  </a:lnTo>
                  <a:lnTo>
                    <a:pt x="1284046" y="2858986"/>
                  </a:lnTo>
                  <a:lnTo>
                    <a:pt x="1278839" y="2854274"/>
                  </a:lnTo>
                  <a:lnTo>
                    <a:pt x="1270812" y="2854680"/>
                  </a:lnTo>
                  <a:lnTo>
                    <a:pt x="1261402" y="2865094"/>
                  </a:lnTo>
                  <a:lnTo>
                    <a:pt x="1261808" y="2873121"/>
                  </a:lnTo>
                  <a:lnTo>
                    <a:pt x="1267015" y="2877832"/>
                  </a:lnTo>
                  <a:lnTo>
                    <a:pt x="1304188" y="2911424"/>
                  </a:lnTo>
                  <a:lnTo>
                    <a:pt x="1309395" y="2916123"/>
                  </a:lnTo>
                  <a:lnTo>
                    <a:pt x="1317421" y="2915716"/>
                  </a:lnTo>
                  <a:lnTo>
                    <a:pt x="1326832" y="2905315"/>
                  </a:lnTo>
                  <a:close/>
                </a:path>
                <a:path w="1837689" h="3302635">
                  <a:moveTo>
                    <a:pt x="1385227" y="363766"/>
                  </a:moveTo>
                  <a:lnTo>
                    <a:pt x="1376616" y="352691"/>
                  </a:lnTo>
                  <a:lnTo>
                    <a:pt x="1368640" y="351701"/>
                  </a:lnTo>
                  <a:lnTo>
                    <a:pt x="1363103" y="356006"/>
                  </a:lnTo>
                  <a:lnTo>
                    <a:pt x="1323784" y="386588"/>
                  </a:lnTo>
                  <a:lnTo>
                    <a:pt x="1318247" y="390893"/>
                  </a:lnTo>
                  <a:lnTo>
                    <a:pt x="1317244" y="398868"/>
                  </a:lnTo>
                  <a:lnTo>
                    <a:pt x="1325854" y="409943"/>
                  </a:lnTo>
                  <a:lnTo>
                    <a:pt x="1333842" y="410946"/>
                  </a:lnTo>
                  <a:lnTo>
                    <a:pt x="1339380" y="406641"/>
                  </a:lnTo>
                  <a:lnTo>
                    <a:pt x="1378699" y="376047"/>
                  </a:lnTo>
                  <a:lnTo>
                    <a:pt x="1384236" y="371741"/>
                  </a:lnTo>
                  <a:lnTo>
                    <a:pt x="1385227" y="363766"/>
                  </a:lnTo>
                  <a:close/>
                </a:path>
                <a:path w="1837689" h="3302635">
                  <a:moveTo>
                    <a:pt x="1401191" y="2972511"/>
                  </a:moveTo>
                  <a:lnTo>
                    <a:pt x="1400784" y="2964484"/>
                  </a:lnTo>
                  <a:lnTo>
                    <a:pt x="1395577" y="2959773"/>
                  </a:lnTo>
                  <a:lnTo>
                    <a:pt x="1358404" y="2926181"/>
                  </a:lnTo>
                  <a:lnTo>
                    <a:pt x="1353197" y="2921482"/>
                  </a:lnTo>
                  <a:lnTo>
                    <a:pt x="1345171" y="2921889"/>
                  </a:lnTo>
                  <a:lnTo>
                    <a:pt x="1335760" y="2932290"/>
                  </a:lnTo>
                  <a:lnTo>
                    <a:pt x="1336167" y="2940316"/>
                  </a:lnTo>
                  <a:lnTo>
                    <a:pt x="1341374" y="2945028"/>
                  </a:lnTo>
                  <a:lnTo>
                    <a:pt x="1378546" y="2978620"/>
                  </a:lnTo>
                  <a:lnTo>
                    <a:pt x="1383753" y="2983331"/>
                  </a:lnTo>
                  <a:lnTo>
                    <a:pt x="1391780" y="2982925"/>
                  </a:lnTo>
                  <a:lnTo>
                    <a:pt x="1401191" y="2972511"/>
                  </a:lnTo>
                  <a:close/>
                </a:path>
                <a:path w="1837689" h="3302635">
                  <a:moveTo>
                    <a:pt x="1463865" y="302602"/>
                  </a:moveTo>
                  <a:lnTo>
                    <a:pt x="1455254" y="291528"/>
                  </a:lnTo>
                  <a:lnTo>
                    <a:pt x="1447279" y="290525"/>
                  </a:lnTo>
                  <a:lnTo>
                    <a:pt x="1441742" y="294843"/>
                  </a:lnTo>
                  <a:lnTo>
                    <a:pt x="1402422" y="325424"/>
                  </a:lnTo>
                  <a:lnTo>
                    <a:pt x="1396885" y="329730"/>
                  </a:lnTo>
                  <a:lnTo>
                    <a:pt x="1395882" y="337705"/>
                  </a:lnTo>
                  <a:lnTo>
                    <a:pt x="1404505" y="348780"/>
                  </a:lnTo>
                  <a:lnTo>
                    <a:pt x="1412481" y="349770"/>
                  </a:lnTo>
                  <a:lnTo>
                    <a:pt x="1418018" y="345465"/>
                  </a:lnTo>
                  <a:lnTo>
                    <a:pt x="1457337" y="314883"/>
                  </a:lnTo>
                  <a:lnTo>
                    <a:pt x="1462874" y="310578"/>
                  </a:lnTo>
                  <a:lnTo>
                    <a:pt x="1463865" y="302602"/>
                  </a:lnTo>
                  <a:close/>
                </a:path>
                <a:path w="1837689" h="3302635">
                  <a:moveTo>
                    <a:pt x="1475549" y="3039707"/>
                  </a:moveTo>
                  <a:lnTo>
                    <a:pt x="1475143" y="3031680"/>
                  </a:lnTo>
                  <a:lnTo>
                    <a:pt x="1469936" y="3026981"/>
                  </a:lnTo>
                  <a:lnTo>
                    <a:pt x="1432763" y="2993377"/>
                  </a:lnTo>
                  <a:lnTo>
                    <a:pt x="1427556" y="2988678"/>
                  </a:lnTo>
                  <a:lnTo>
                    <a:pt x="1419529" y="2989084"/>
                  </a:lnTo>
                  <a:lnTo>
                    <a:pt x="1410119" y="2999486"/>
                  </a:lnTo>
                  <a:lnTo>
                    <a:pt x="1410525" y="3007525"/>
                  </a:lnTo>
                  <a:lnTo>
                    <a:pt x="1415732" y="3012224"/>
                  </a:lnTo>
                  <a:lnTo>
                    <a:pt x="1452905" y="3045815"/>
                  </a:lnTo>
                  <a:lnTo>
                    <a:pt x="1458112" y="3050527"/>
                  </a:lnTo>
                  <a:lnTo>
                    <a:pt x="1466138" y="3050121"/>
                  </a:lnTo>
                  <a:lnTo>
                    <a:pt x="1475549" y="3039707"/>
                  </a:lnTo>
                  <a:close/>
                </a:path>
                <a:path w="1837689" h="3302635">
                  <a:moveTo>
                    <a:pt x="1542516" y="241439"/>
                  </a:moveTo>
                  <a:lnTo>
                    <a:pt x="1533906" y="230365"/>
                  </a:lnTo>
                  <a:lnTo>
                    <a:pt x="1525917" y="229362"/>
                  </a:lnTo>
                  <a:lnTo>
                    <a:pt x="1520380" y="233667"/>
                  </a:lnTo>
                  <a:lnTo>
                    <a:pt x="1481061" y="264248"/>
                  </a:lnTo>
                  <a:lnTo>
                    <a:pt x="1475524" y="268566"/>
                  </a:lnTo>
                  <a:lnTo>
                    <a:pt x="1474533" y="276542"/>
                  </a:lnTo>
                  <a:lnTo>
                    <a:pt x="1483144" y="287616"/>
                  </a:lnTo>
                  <a:lnTo>
                    <a:pt x="1491119" y="288607"/>
                  </a:lnTo>
                  <a:lnTo>
                    <a:pt x="1496656" y="284302"/>
                  </a:lnTo>
                  <a:lnTo>
                    <a:pt x="1535976" y="253720"/>
                  </a:lnTo>
                  <a:lnTo>
                    <a:pt x="1541513" y="249415"/>
                  </a:lnTo>
                  <a:lnTo>
                    <a:pt x="1542516" y="241439"/>
                  </a:lnTo>
                  <a:close/>
                </a:path>
                <a:path w="1837689" h="3302635">
                  <a:moveTo>
                    <a:pt x="1549908" y="3106902"/>
                  </a:moveTo>
                  <a:lnTo>
                    <a:pt x="1549501" y="3098876"/>
                  </a:lnTo>
                  <a:lnTo>
                    <a:pt x="1544294" y="3094177"/>
                  </a:lnTo>
                  <a:lnTo>
                    <a:pt x="1507121" y="3060573"/>
                  </a:lnTo>
                  <a:lnTo>
                    <a:pt x="1501914" y="3055874"/>
                  </a:lnTo>
                  <a:lnTo>
                    <a:pt x="1493875" y="3056280"/>
                  </a:lnTo>
                  <a:lnTo>
                    <a:pt x="1484477" y="3066681"/>
                  </a:lnTo>
                  <a:lnTo>
                    <a:pt x="1484884" y="3074720"/>
                  </a:lnTo>
                  <a:lnTo>
                    <a:pt x="1490091" y="3079419"/>
                  </a:lnTo>
                  <a:lnTo>
                    <a:pt x="1527263" y="3113024"/>
                  </a:lnTo>
                  <a:lnTo>
                    <a:pt x="1532470" y="3117723"/>
                  </a:lnTo>
                  <a:lnTo>
                    <a:pt x="1540497" y="3117316"/>
                  </a:lnTo>
                  <a:lnTo>
                    <a:pt x="1549908" y="3106902"/>
                  </a:lnTo>
                  <a:close/>
                </a:path>
                <a:path w="1837689" h="3302635">
                  <a:moveTo>
                    <a:pt x="1621155" y="180276"/>
                  </a:moveTo>
                  <a:lnTo>
                    <a:pt x="1612544" y="169202"/>
                  </a:lnTo>
                  <a:lnTo>
                    <a:pt x="1604556" y="168198"/>
                  </a:lnTo>
                  <a:lnTo>
                    <a:pt x="1599031" y="172504"/>
                  </a:lnTo>
                  <a:lnTo>
                    <a:pt x="1559699" y="203085"/>
                  </a:lnTo>
                  <a:lnTo>
                    <a:pt x="1554162" y="207391"/>
                  </a:lnTo>
                  <a:lnTo>
                    <a:pt x="1553171" y="215379"/>
                  </a:lnTo>
                  <a:lnTo>
                    <a:pt x="1561782" y="226453"/>
                  </a:lnTo>
                  <a:lnTo>
                    <a:pt x="1569758" y="227444"/>
                  </a:lnTo>
                  <a:lnTo>
                    <a:pt x="1575295" y="223139"/>
                  </a:lnTo>
                  <a:lnTo>
                    <a:pt x="1614614" y="192557"/>
                  </a:lnTo>
                  <a:lnTo>
                    <a:pt x="1620151" y="188252"/>
                  </a:lnTo>
                  <a:lnTo>
                    <a:pt x="1621155" y="180276"/>
                  </a:lnTo>
                  <a:close/>
                </a:path>
                <a:path w="1837689" h="3302635">
                  <a:moveTo>
                    <a:pt x="1624266" y="3174111"/>
                  </a:moveTo>
                  <a:lnTo>
                    <a:pt x="1623860" y="3166072"/>
                  </a:lnTo>
                  <a:lnTo>
                    <a:pt x="1618653" y="3161373"/>
                  </a:lnTo>
                  <a:lnTo>
                    <a:pt x="1581467" y="3127768"/>
                  </a:lnTo>
                  <a:lnTo>
                    <a:pt x="1576273" y="3123069"/>
                  </a:lnTo>
                  <a:lnTo>
                    <a:pt x="1568234" y="3123476"/>
                  </a:lnTo>
                  <a:lnTo>
                    <a:pt x="1558836" y="3133890"/>
                  </a:lnTo>
                  <a:lnTo>
                    <a:pt x="1559242" y="3141916"/>
                  </a:lnTo>
                  <a:lnTo>
                    <a:pt x="1564436" y="3146615"/>
                  </a:lnTo>
                  <a:lnTo>
                    <a:pt x="1601622" y="3180219"/>
                  </a:lnTo>
                  <a:lnTo>
                    <a:pt x="1606829" y="3184918"/>
                  </a:lnTo>
                  <a:lnTo>
                    <a:pt x="1614855" y="3184512"/>
                  </a:lnTo>
                  <a:lnTo>
                    <a:pt x="1624266" y="3174111"/>
                  </a:lnTo>
                  <a:close/>
                </a:path>
                <a:path w="1837689" h="3302635">
                  <a:moveTo>
                    <a:pt x="1698625" y="3241306"/>
                  </a:moveTo>
                  <a:lnTo>
                    <a:pt x="1698218" y="3233267"/>
                  </a:lnTo>
                  <a:lnTo>
                    <a:pt x="1693011" y="3228568"/>
                  </a:lnTo>
                  <a:lnTo>
                    <a:pt x="1655826" y="3194964"/>
                  </a:lnTo>
                  <a:lnTo>
                    <a:pt x="1650631" y="3190265"/>
                  </a:lnTo>
                  <a:lnTo>
                    <a:pt x="1642592" y="3190671"/>
                  </a:lnTo>
                  <a:lnTo>
                    <a:pt x="1633194" y="3201085"/>
                  </a:lnTo>
                  <a:lnTo>
                    <a:pt x="1633601" y="3209112"/>
                  </a:lnTo>
                  <a:lnTo>
                    <a:pt x="1638795" y="3213811"/>
                  </a:lnTo>
                  <a:lnTo>
                    <a:pt x="1675980" y="3247415"/>
                  </a:lnTo>
                  <a:lnTo>
                    <a:pt x="1681187" y="3252114"/>
                  </a:lnTo>
                  <a:lnTo>
                    <a:pt x="1689214" y="3251708"/>
                  </a:lnTo>
                  <a:lnTo>
                    <a:pt x="1698625" y="3241306"/>
                  </a:lnTo>
                  <a:close/>
                </a:path>
                <a:path w="1837689" h="3302635">
                  <a:moveTo>
                    <a:pt x="1699793" y="119100"/>
                  </a:moveTo>
                  <a:lnTo>
                    <a:pt x="1691182" y="108026"/>
                  </a:lnTo>
                  <a:lnTo>
                    <a:pt x="1683207" y="107035"/>
                  </a:lnTo>
                  <a:lnTo>
                    <a:pt x="1677670" y="111340"/>
                  </a:lnTo>
                  <a:lnTo>
                    <a:pt x="1638350" y="141922"/>
                  </a:lnTo>
                  <a:lnTo>
                    <a:pt x="1632813" y="146227"/>
                  </a:lnTo>
                  <a:lnTo>
                    <a:pt x="1631810" y="154203"/>
                  </a:lnTo>
                  <a:lnTo>
                    <a:pt x="1640420" y="165277"/>
                  </a:lnTo>
                  <a:lnTo>
                    <a:pt x="1648409" y="166281"/>
                  </a:lnTo>
                  <a:lnTo>
                    <a:pt x="1653946" y="161975"/>
                  </a:lnTo>
                  <a:lnTo>
                    <a:pt x="1693265" y="131394"/>
                  </a:lnTo>
                  <a:lnTo>
                    <a:pt x="1698802" y="127088"/>
                  </a:lnTo>
                  <a:lnTo>
                    <a:pt x="1699793" y="119100"/>
                  </a:lnTo>
                  <a:close/>
                </a:path>
                <a:path w="1837689" h="3302635">
                  <a:moveTo>
                    <a:pt x="1754390" y="3291700"/>
                  </a:moveTo>
                  <a:lnTo>
                    <a:pt x="1753984" y="3283674"/>
                  </a:lnTo>
                  <a:lnTo>
                    <a:pt x="1748777" y="3278962"/>
                  </a:lnTo>
                  <a:lnTo>
                    <a:pt x="1730184" y="3262172"/>
                  </a:lnTo>
                  <a:lnTo>
                    <a:pt x="1724977" y="3257461"/>
                  </a:lnTo>
                  <a:lnTo>
                    <a:pt x="1716951" y="3257867"/>
                  </a:lnTo>
                  <a:lnTo>
                    <a:pt x="1707553" y="3268281"/>
                  </a:lnTo>
                  <a:lnTo>
                    <a:pt x="1707959" y="3276308"/>
                  </a:lnTo>
                  <a:lnTo>
                    <a:pt x="1713153" y="3281007"/>
                  </a:lnTo>
                  <a:lnTo>
                    <a:pt x="1731746" y="3297809"/>
                  </a:lnTo>
                  <a:lnTo>
                    <a:pt x="1736953" y="3302520"/>
                  </a:lnTo>
                  <a:lnTo>
                    <a:pt x="1744980" y="3302114"/>
                  </a:lnTo>
                  <a:lnTo>
                    <a:pt x="1754390" y="3291700"/>
                  </a:lnTo>
                  <a:close/>
                </a:path>
                <a:path w="1837689" h="3302635">
                  <a:moveTo>
                    <a:pt x="1778431" y="57937"/>
                  </a:moveTo>
                  <a:lnTo>
                    <a:pt x="1769821" y="46863"/>
                  </a:lnTo>
                  <a:lnTo>
                    <a:pt x="1761845" y="45872"/>
                  </a:lnTo>
                  <a:lnTo>
                    <a:pt x="1756308" y="50177"/>
                  </a:lnTo>
                  <a:lnTo>
                    <a:pt x="1716989" y="80759"/>
                  </a:lnTo>
                  <a:lnTo>
                    <a:pt x="1711452" y="85064"/>
                  </a:lnTo>
                  <a:lnTo>
                    <a:pt x="1710448" y="93040"/>
                  </a:lnTo>
                  <a:lnTo>
                    <a:pt x="1719072" y="104114"/>
                  </a:lnTo>
                  <a:lnTo>
                    <a:pt x="1727047" y="105117"/>
                  </a:lnTo>
                  <a:lnTo>
                    <a:pt x="1732584" y="100812"/>
                  </a:lnTo>
                  <a:lnTo>
                    <a:pt x="1771904" y="70231"/>
                  </a:lnTo>
                  <a:lnTo>
                    <a:pt x="1777441" y="65913"/>
                  </a:lnTo>
                  <a:lnTo>
                    <a:pt x="1778431" y="57937"/>
                  </a:lnTo>
                  <a:close/>
                </a:path>
                <a:path w="1837689" h="3302635">
                  <a:moveTo>
                    <a:pt x="1837423" y="12065"/>
                  </a:moveTo>
                  <a:lnTo>
                    <a:pt x="1828800" y="990"/>
                  </a:lnTo>
                  <a:lnTo>
                    <a:pt x="1820824" y="0"/>
                  </a:lnTo>
                  <a:lnTo>
                    <a:pt x="1815287" y="4305"/>
                  </a:lnTo>
                  <a:lnTo>
                    <a:pt x="1795627" y="19596"/>
                  </a:lnTo>
                  <a:lnTo>
                    <a:pt x="1790090" y="23901"/>
                  </a:lnTo>
                  <a:lnTo>
                    <a:pt x="1789099" y="31877"/>
                  </a:lnTo>
                  <a:lnTo>
                    <a:pt x="1797710" y="42951"/>
                  </a:lnTo>
                  <a:lnTo>
                    <a:pt x="1805686" y="43954"/>
                  </a:lnTo>
                  <a:lnTo>
                    <a:pt x="1811223" y="39636"/>
                  </a:lnTo>
                  <a:lnTo>
                    <a:pt x="1830882" y="24345"/>
                  </a:lnTo>
                  <a:lnTo>
                    <a:pt x="1836420" y="20040"/>
                  </a:lnTo>
                  <a:lnTo>
                    <a:pt x="1837423" y="1206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65237EFA-C4B8-B060-7416-6DC0FC0B2F13}"/>
              </a:ext>
            </a:extLst>
          </p:cNvPr>
          <p:cNvSpPr txBox="1"/>
          <p:nvPr/>
        </p:nvSpPr>
        <p:spPr>
          <a:xfrm>
            <a:off x="5023369" y="3494175"/>
            <a:ext cx="213516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  <a:t>Wireless</a:t>
            </a:r>
            <a:b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  <a:t>Network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8CFBB66-4D0C-7F68-7F7A-FB6879E8989F}"/>
              </a:ext>
            </a:extLst>
          </p:cNvPr>
          <p:cNvSpPr txBox="1"/>
          <p:nvPr/>
        </p:nvSpPr>
        <p:spPr>
          <a:xfrm>
            <a:off x="8853294" y="2889647"/>
            <a:ext cx="223503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  <a:t>Viewport 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E0C3498-657E-C872-048B-C11A2649F0BA}"/>
              </a:ext>
            </a:extLst>
          </p:cNvPr>
          <p:cNvSpPr txBox="1"/>
          <p:nvPr/>
        </p:nvSpPr>
        <p:spPr>
          <a:xfrm>
            <a:off x="8853293" y="4997207"/>
            <a:ext cx="223503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  <a:t>Viewport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4F40A88-C345-FC68-0A8E-4A4C333AEE98}"/>
              </a:ext>
            </a:extLst>
          </p:cNvPr>
          <p:cNvSpPr txBox="1"/>
          <p:nvPr/>
        </p:nvSpPr>
        <p:spPr>
          <a:xfrm>
            <a:off x="2129842" y="4970753"/>
            <a:ext cx="2654894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  <a:t>ODV Sphere</a:t>
            </a:r>
          </a:p>
        </p:txBody>
      </p:sp>
      <p:pic>
        <p:nvPicPr>
          <p:cNvPr id="35" name="object 14">
            <a:extLst>
              <a:ext uri="{FF2B5EF4-FFF2-40B4-BE49-F238E27FC236}">
                <a16:creationId xmlns:a16="http://schemas.microsoft.com/office/drawing/2014/main" id="{6AD0DE45-B9CE-234B-0A9D-DF89FA7BE558}"/>
              </a:ext>
            </a:extLst>
          </p:cNvPr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-380153" y="3684859"/>
            <a:ext cx="3225737" cy="1402481"/>
          </a:xfrm>
          <a:prstGeom prst="rect">
            <a:avLst/>
          </a:prstGeom>
        </p:spPr>
      </p:pic>
      <p:pic>
        <p:nvPicPr>
          <p:cNvPr id="9" name="그림 8" descr="야외, 나무, 도로, 하늘이(가) 표시된 사진&#10;&#10;자동 생성된 설명">
            <a:extLst>
              <a:ext uri="{FF2B5EF4-FFF2-40B4-BE49-F238E27FC236}">
                <a16:creationId xmlns:a16="http://schemas.microsoft.com/office/drawing/2014/main" id="{92AD1F02-983F-6EDF-2CAF-252B2B9D6EE8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alphaModFix amt="85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0902"/>
          <a:stretch/>
        </p:blipFill>
        <p:spPr>
          <a:xfrm>
            <a:off x="8758896" y="1714009"/>
            <a:ext cx="2341903" cy="1193361"/>
          </a:xfrm>
          <a:prstGeom prst="rect">
            <a:avLst/>
          </a:prstGeom>
          <a:ln w="38100">
            <a:solidFill>
              <a:srgbClr val="0500FF"/>
            </a:solidFill>
          </a:ln>
        </p:spPr>
      </p:pic>
      <p:pic>
        <p:nvPicPr>
          <p:cNvPr id="10" name="그림 9" descr="식물, 야외, 나무, 하늘이(가) 표시된 사진&#10;&#10;자동 생성된 설명">
            <a:extLst>
              <a:ext uri="{FF2B5EF4-FFF2-40B4-BE49-F238E27FC236}">
                <a16:creationId xmlns:a16="http://schemas.microsoft.com/office/drawing/2014/main" id="{04304C4F-624B-37FD-5F68-000DF175B45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alphaModFix amt="85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988"/>
          <a:stretch/>
        </p:blipFill>
        <p:spPr>
          <a:xfrm>
            <a:off x="8758014" y="3787891"/>
            <a:ext cx="2344790" cy="1182862"/>
          </a:xfrm>
          <a:prstGeom prst="rect">
            <a:avLst/>
          </a:prstGeom>
          <a:ln w="38100">
            <a:solidFill>
              <a:srgbClr val="FFC225"/>
            </a:solidFill>
          </a:ln>
        </p:spPr>
      </p:pic>
      <p:pic>
        <p:nvPicPr>
          <p:cNvPr id="45" name="그림 44" descr="야외, 나무, 도로, 하늘이(가) 표시된 사진&#10;&#10;자동 생성된 설명">
            <a:extLst>
              <a:ext uri="{FF2B5EF4-FFF2-40B4-BE49-F238E27FC236}">
                <a16:creationId xmlns:a16="http://schemas.microsoft.com/office/drawing/2014/main" id="{B24DC657-71C1-9206-6E65-846863A6667E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alphaModFix amt="85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0902"/>
          <a:stretch/>
        </p:blipFill>
        <p:spPr>
          <a:xfrm>
            <a:off x="7223903" y="2133037"/>
            <a:ext cx="875621" cy="446189"/>
          </a:xfrm>
          <a:prstGeom prst="rect">
            <a:avLst/>
          </a:prstGeom>
          <a:ln w="38100">
            <a:solidFill>
              <a:srgbClr val="0500FF"/>
            </a:solidFill>
          </a:ln>
        </p:spPr>
      </p:pic>
      <p:pic>
        <p:nvPicPr>
          <p:cNvPr id="46" name="그림 45" descr="식물, 야외, 나무, 하늘이(가) 표시된 사진&#10;&#10;자동 생성된 설명">
            <a:extLst>
              <a:ext uri="{FF2B5EF4-FFF2-40B4-BE49-F238E27FC236}">
                <a16:creationId xmlns:a16="http://schemas.microsoft.com/office/drawing/2014/main" id="{865AB2F5-39F4-EEF8-F355-C4EB7538B45E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alphaModFix amt="85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988"/>
          <a:stretch/>
        </p:blipFill>
        <p:spPr>
          <a:xfrm>
            <a:off x="7215041" y="4198403"/>
            <a:ext cx="884483" cy="446190"/>
          </a:xfrm>
          <a:prstGeom prst="rect">
            <a:avLst/>
          </a:prstGeom>
          <a:ln w="38100">
            <a:solidFill>
              <a:srgbClr val="FFC225"/>
            </a:solidFill>
          </a:ln>
        </p:spPr>
      </p:pic>
      <p:sp>
        <p:nvSpPr>
          <p:cNvPr id="54" name="화살표: 오른쪽 53">
            <a:extLst>
              <a:ext uri="{FF2B5EF4-FFF2-40B4-BE49-F238E27FC236}">
                <a16:creationId xmlns:a16="http://schemas.microsoft.com/office/drawing/2014/main" id="{2BBAF824-B1BA-7D1F-EF5C-AF1BE1145C17}"/>
              </a:ext>
            </a:extLst>
          </p:cNvPr>
          <p:cNvSpPr/>
          <p:nvPr/>
        </p:nvSpPr>
        <p:spPr>
          <a:xfrm>
            <a:off x="8233408" y="2260600"/>
            <a:ext cx="278946" cy="200932"/>
          </a:xfrm>
          <a:prstGeom prst="rightArrow">
            <a:avLst/>
          </a:prstGeom>
          <a:solidFill>
            <a:srgbClr val="05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화살표: 오른쪽 54">
            <a:extLst>
              <a:ext uri="{FF2B5EF4-FFF2-40B4-BE49-F238E27FC236}">
                <a16:creationId xmlns:a16="http://schemas.microsoft.com/office/drawing/2014/main" id="{09D21763-5967-8CB7-3516-E14B2E7EDCA9}"/>
              </a:ext>
            </a:extLst>
          </p:cNvPr>
          <p:cNvSpPr/>
          <p:nvPr/>
        </p:nvSpPr>
        <p:spPr>
          <a:xfrm>
            <a:off x="8233408" y="4321032"/>
            <a:ext cx="278946" cy="200932"/>
          </a:xfrm>
          <a:prstGeom prst="rightArrow">
            <a:avLst/>
          </a:prstGeom>
          <a:solidFill>
            <a:srgbClr val="FFC2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8437B20-5C37-1060-50AC-1FBC2B475A64}"/>
              </a:ext>
            </a:extLst>
          </p:cNvPr>
          <p:cNvSpPr txBox="1"/>
          <p:nvPr/>
        </p:nvSpPr>
        <p:spPr>
          <a:xfrm>
            <a:off x="7746659" y="2599593"/>
            <a:ext cx="788999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  <a:t>SR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9D28057-B56E-105B-A1CB-74DBB483C908}"/>
              </a:ext>
            </a:extLst>
          </p:cNvPr>
          <p:cNvSpPr txBox="1"/>
          <p:nvPr/>
        </p:nvSpPr>
        <p:spPr>
          <a:xfrm>
            <a:off x="7746659" y="4628611"/>
            <a:ext cx="788999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  <a:t>SR</a:t>
            </a:r>
          </a:p>
        </p:txBody>
      </p:sp>
    </p:spTree>
    <p:extLst>
      <p:ext uri="{BB962C8B-B14F-4D97-AF65-F5344CB8AC3E}">
        <p14:creationId xmlns:p14="http://schemas.microsoft.com/office/powerpoint/2010/main" val="18509817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158</Words>
  <Application>Microsoft Office PowerPoint</Application>
  <PresentationFormat>와이드스크린</PresentationFormat>
  <Paragraphs>69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Arial</vt:lpstr>
      <vt:lpstr>Calibri</vt:lpstr>
      <vt:lpstr>맑은 고딕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Park, Seonghoon</dc:creator>
  <cp:lastModifiedBy>Park, Seonghoon</cp:lastModifiedBy>
  <cp:revision>25</cp:revision>
  <dcterms:created xsi:type="dcterms:W3CDTF">2026-07-20T16:29:17Z</dcterms:created>
  <dcterms:modified xsi:type="dcterms:W3CDTF">2026-07-20T19:38:35Z</dcterms:modified>
</cp:coreProperties>
</file>